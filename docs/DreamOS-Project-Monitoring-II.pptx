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40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-91440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101498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874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DreamOS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2880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Semantic File Management Shell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22960" y="3611880"/>
            <a:ext cx="2377440" cy="38404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MONITORING - II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proposed modules are implemented, tested and packaged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Ali Syed (2305139)  |  Om Vyas (2305170)  |  Krushna Kadam (2305165)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 - IICT, MGM University  |  September 2026</a:t>
            </a:r>
            <a:endParaRPr lang="en-US" sz="13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22CF306-2588-FE31-552C-97509D987623}"/>
              </a:ext>
            </a:extLst>
          </p:cNvPr>
          <p:cNvSpPr/>
          <p:nvPr/>
        </p:nvSpPr>
        <p:spPr>
          <a:xfrm>
            <a:off x="838200" y="49567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Guide :- Dr. Minakshi Rajput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937760" cy="4892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4892040"/>
          </a:xfrm>
          <a:prstGeom prst="rect">
            <a:avLst/>
          </a:prstGeom>
          <a:solidFill>
            <a:srgbClr val="C047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47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operating systems organize files around folders and filenames chosen at the moment of saving. As a machine grows to thousands of files, this breaks down: the name chosen months ago rarely matches how the file is described today.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locally-run, AI-native file management layer that retrieves, opens and organizes files by describing their meaning in natural language - without exact names, folder locations or a cloud service.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521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- ALL DELIVERED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2160" y="173736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73736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7373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17373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index of a file vault using local embedding models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1920240"/>
            <a:ext cx="256032" cy="2560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52160" y="246888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246888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24688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46520" y="24688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natural-language interface that classifies intent and routes it</a:t>
            </a:r>
            <a:endParaRPr lang="en-US" sz="12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651760"/>
            <a:ext cx="256032" cy="2560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852160" y="320040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52160" y="320040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19"/>
          <p:cNvSpPr/>
          <p:nvPr/>
        </p:nvSpPr>
        <p:spPr>
          <a:xfrm>
            <a:off x="6035040" y="32004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46520" y="320040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by meaning, ranked by similarity; open the top match directly</a:t>
            </a:r>
            <a:endParaRPr lang="en-US" sz="12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3383280"/>
            <a:ext cx="256032" cy="25603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852160" y="393192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852160" y="393192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3"/>
          <p:cNvSpPr/>
          <p:nvPr/>
        </p:nvSpPr>
        <p:spPr>
          <a:xfrm>
            <a:off x="6035040" y="39319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46520" y="39319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summary, tags and category, applied reversibly</a:t>
            </a:r>
            <a:endParaRPr lang="en-US" sz="12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4114800"/>
            <a:ext cx="256032" cy="25603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852160" y="466344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852160" y="466344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0" y="46634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local and offline-capable, preserving privacy</a:t>
            </a:r>
            <a:endParaRPr lang="en-US" sz="12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4846320"/>
            <a:ext cx="256032" cy="25603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852160" y="5394960"/>
            <a:ext cx="58064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5852160" y="5394960"/>
            <a:ext cx="64008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1"/>
          <p:cNvSpPr/>
          <p:nvPr/>
        </p:nvSpPr>
        <p:spPr>
          <a:xfrm>
            <a:off x="6035040" y="53949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6446520" y="53949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graph, context memory and intelligent workspace manager</a:t>
            </a:r>
            <a:endParaRPr lang="en-US" sz="12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5778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work: dense embeddings, and semantic / AI-native file systems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64008" cy="3291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Foundation: dense embeddings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Mikolov et al. [2]: text mapped into a vector space where distance tracks semantic relatedness - the basis of every modern embedding model.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and Gurevych, Sentence-BERT [3]: efficient embeddings of whole sentences and paragraphs - exactly what DreamOS does once per indexed file.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uses nomic-embed-text through Ollama, with the Chroma vector database [4] for nearest-neighbour retrieval.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406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63040"/>
            <a:ext cx="64008" cy="32918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Closest related work: LSFS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 [1], "From Commands to Prompts: LLM-based Semantic File System for AIOS", ICLR 2025: embedding-vector file indexes with an LLM front end as a substitute for command-based file operations.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architectural bet DreamOS makes.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serves LLM agents through an API - not an end user through a conversational interface, and it is not shown running fully local.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109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937760"/>
            <a:ext cx="64008" cy="1280160"/>
          </a:xfrm>
          <a:prstGeom prst="rect">
            <a:avLst/>
          </a:prstGeom>
          <a:solidFill>
            <a:srgbClr val="8A93A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consumer tools are keyword- or metadata-driven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Search [5] matches lexically  |  macOS Spotlight [6] adds metadata and heuristics  |  Everything [7] indexes filenames only. A query must share vocabulary with the target file.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and research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31821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System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Retrieval basis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Strength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Limitation vs. DreamOS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metadata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the OS,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semantic matching; cannot act on the result from one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Spotlight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metadata + heuristics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system-wide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embedding-based; not conversational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(voidtools)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index (NTFS MFT)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fast filename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only, no content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AIOS LSFS [1] (ICLR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embedding-vector file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embedding file indexing at OS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for LLM agents, not an end-user chat; not shown fully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DreamOS (this project)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embeddings + local LLM intent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interface to search, open, relate, organize; fully local and 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being 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109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572000"/>
            <a:ext cx="64008" cy="1645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1056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semantic file indexing exists in the literature it is an API layer for LLM agents, not one natural-language surface for end users, and it is not demonstrated running entirely on local models. DreamOS targets that gap: one conversational interface, backed by a locally-run embedding model and a locally-run LLM, that retrieves files by meaning and acts on them - with no file content or query leaving the machine.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11 implemented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6085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Requirement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one natural-language message through a chat-style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intent (search, open, related, workspace, organize, other) with a local 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returning ranked results with similarity score and snippet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an "open" request to the best match and launch it in its default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an AI summary, tag list and category for a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an AI-organized move and reversibly revert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all unorganized files before applying any suggestion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and incrementally re-index a folder, skipping unchanged files by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graph of relationships between files (similar, referenced, shared tags)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conversational context across turns and resolve follow-ups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 workspace actions from usage patterns and file relationships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FR9-FR11 were planned for Monitoring II and III; recommendations are surfaced in the Workspaces tab and on request.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requirements and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406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2331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Languages and frameworks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3, FastAPI, Uvicorn, Pydantic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TypeScript, React, Vite, d3-force (graph layout)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shell: Tauri v2 (Rust) with the opener plugin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runtime: Ollama - nomic-embed-text (embeddings), llama3.2 (intent, summaries, tags)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280160"/>
            <a:ext cx="64008" cy="2331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417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storage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file metadata, graph edges, conversation turns, usage events, workspaces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persistent local vector store, one entry per file chunk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derived tables keyed on file id, so they survive organizer moves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94760"/>
            <a:ext cx="64008" cy="24231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(private repository) with CI on every push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107 tests, fully offline (embeddings and LLM mocked)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diagrams; pptxgenjs and docx-js for deliverables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and NSIS (Tauri bundler) for Windows installers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44068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794760"/>
            <a:ext cx="64008" cy="24231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931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and runtime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43891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required: both models run on CPU through Ollama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single machine; no API keys, no network at runtime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demo vault - never a real personal folder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on one machine: Tauri/React client, local FastAPI service, Ollama, two local stores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109960" cy="1097280"/>
          </a:xfrm>
          <a:prstGeom prst="rect">
            <a:avLst/>
          </a:prstGeom>
          <a:solidFill>
            <a:srgbClr val="E6EBF7"/>
          </a:solidFill>
          <a:ln w="12700">
            <a:solidFill>
              <a:srgbClr val="C9D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APPLICATION  -  Tauri (Rust) + React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view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open, related, organize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1691640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91640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view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d3-force SVG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1691640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view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and workspaces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06256" y="1691640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06256" y="1691640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opener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files in default apps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48" y="2450592"/>
            <a:ext cx="0" cy="384048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08776" y="2450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JSON, session 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1109960" cy="1920240"/>
          </a:xfrm>
          <a:prstGeom prst="rect">
            <a:avLst/>
          </a:prstGeom>
          <a:solidFill>
            <a:srgbClr val="E6EBF7"/>
          </a:solidFill>
          <a:ln w="12700">
            <a:solidFill>
              <a:srgbClr val="C9D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SERVICE  -  FastAPI, 127.0.0.1:8420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1074420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00400"/>
            <a:ext cx="10744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routes (main.py)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Interface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286000" y="370332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840480" y="370332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Organizer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categorize, revert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94960" y="3703320"/>
            <a:ext cx="1444752" cy="868680"/>
          </a:xfrm>
          <a:prstGeom prst="rect">
            <a:avLst/>
          </a:prstGeom>
          <a:solidFill>
            <a:srgbClr val="DFF1D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relationships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949440" y="3703320"/>
            <a:ext cx="1444752" cy="868680"/>
          </a:xfrm>
          <a:prstGeom prst="rect">
            <a:avLst/>
          </a:prstGeom>
          <a:solidFill>
            <a:srgbClr val="DFF1D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usage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503920" y="3703320"/>
            <a:ext cx="1444752" cy="868680"/>
          </a:xfrm>
          <a:prstGeom prst="rect">
            <a:avLst/>
          </a:prstGeom>
          <a:solidFill>
            <a:srgbClr val="DFF1D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Manager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058400" y="3703320"/>
            <a:ext cx="1444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3703320"/>
            <a:ext cx="14447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upsert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99048" y="4800600"/>
            <a:ext cx="0" cy="365760"/>
          </a:xfrm>
          <a:prstGeom prst="line">
            <a:avLst/>
          </a:prstGeom>
          <a:noFill/>
          <a:ln w="254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5212080"/>
            <a:ext cx="11109960" cy="1097280"/>
          </a:xfrm>
          <a:prstGeom prst="rect">
            <a:avLst/>
          </a:prstGeom>
          <a:solidFill>
            <a:srgbClr val="E6EBF7"/>
          </a:solidFill>
          <a:ln w="12700">
            <a:solidFill>
              <a:srgbClr val="C9D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266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RUNTIME AND STORAGE  (nothing leaves the machine)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1520" y="5559552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559552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+ llama3.2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3456432" y="5559552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5559552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edges, turns, usage, workspaces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181344" y="5559552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5559552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906256" y="5559552"/>
            <a:ext cx="2542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06256" y="5559552"/>
            <a:ext cx="2542032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demo-vault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files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915400" y="932688"/>
            <a:ext cx="182880" cy="182880"/>
          </a:xfrm>
          <a:prstGeom prst="rect">
            <a:avLst/>
          </a:prstGeom>
          <a:solidFill>
            <a:srgbClr val="DFF1DF"/>
          </a:solidFill>
          <a:ln w="12700">
            <a:solidFill>
              <a:srgbClr val="AAB6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62288" y="886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since Monitoring 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specifies six modules - all six are now built (solid = implemented)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109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2_modul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834" y="1417320"/>
            <a:ext cx="7557571" cy="1600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109960" cy="29961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Module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Input / output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message + session. Out: intent and routed response (hits, suggestions, related files, workspaces, open path)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query. Out: ranked hits above the similarity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File Organizer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file. Out: summary, tags, category, reasoning; reversible apply / revert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embeddings, text, tags. Out: typed weighted edges and clusters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Memory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turns and open events. Out: resolved follow-ups, usage counts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Workspace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In: clusters, usage, organizer state. Out: recommendations and workspaces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(new)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diagram - context level (DFD 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is one process between the user, the local LLM runtime and the file vault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3_dfd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5371"/>
            <a:ext cx="10835640" cy="30958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diagram - level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fans out to search, organize, related-files, workspace and open-file processes; memory feeds classification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4_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7325"/>
            <a:ext cx="10835640" cy="3551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- use case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user-facing actions (six existed at Monitoring I)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9224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5_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6" y="1463040"/>
            <a:ext cx="5434149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69480" y="1371600"/>
            <a:ext cx="438912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69480" y="1371600"/>
            <a:ext cx="64008" cy="4937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 since Monitoring 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43800" y="196596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follow-up question ("open it", "the second one")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related files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knowledge graph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workspace from a suggestion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 files of a workspace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conversation (clears memory)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- class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and settings data classes in backend/app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1099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6_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889" y="1463040"/>
            <a:ext cx="730946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- sequence diagram: a follow-up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my invoices", then "open the second one" - resolved from remembered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1099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10_sequence_foll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525" y="1463040"/>
            <a:ext cx="691618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relational data, ChromaDB for vectors, linked by file path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2237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diagrams\08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25" y="1463040"/>
            <a:ext cx="6916189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371600"/>
            <a:ext cx="365760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01000" y="1371600"/>
            <a:ext cx="64008" cy="49377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decisions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75320" y="196596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derived table (edges, turns, usage, workspaces) is keyed on files.id, not the path.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 renames paths on apply and revert; an id survives that, so nothing needs re-syncing after a move.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content_hash lets re-indexing skip unchanged files.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rebuilt after each index run that changed something - idempotent, so safe to repeat.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turns store file ids, so a remembered result still resolves after a move.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in one desktop shell - screenshots of the running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C:\Users\Asus\projects\DreamOS\docs\screenshots\ui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08331"/>
            <a:ext cx="3465576" cy="27074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3434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related files with the reason they are linked, and workspace suggestions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C:\Users\Asus\projects\DreamOS\docs\screenshots\ui-knowledge-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508331"/>
            <a:ext cx="3465576" cy="27074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43434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nodes by category, edges by kind; a selected file and its neighbours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141732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C:\Users\Asus\projects\DreamOS\docs\screenshots\ui-workspa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508331"/>
            <a:ext cx="3465576" cy="27074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43434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 a workspace created from a suggestion, and the remaining suggestions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inside the real Tauri desktop shell (WebView2 debug port): workspace "Open all" and click-to-open launch files with no permission errors.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modules built, integrated, tested and packaged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offline; CI on every push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A93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 on phrasings the prompt was never tuned on (23 of 26)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64008" cy="31089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at Monitoring 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routing search, open and organize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with a tuned similarity threshold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organizer with reversible apply / revert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indexer, one-click launcher, Windows installers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54406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108960"/>
            <a:ext cx="64008" cy="3108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46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since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similar, references and shared-tag edges; interactive graph view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Engine: persisted sessions, follow-ups ("open it", "the second one"), usage tracking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Manager: explainable recommendations and one-click workspaces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Related-files and workspace intents; clickable results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graph: three edge kinds, two measured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 5.2 - measured on the real models and the 37-file demo vault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4846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kinds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063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similar: files whose embeddings are close; each file nominates its 3 strongest neighbours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directed - a file names another file (final_final_v3 -&gt; resume_final)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shared_tag: at least two AI-generated tags in common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files, 24 links, 12 unlinked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6118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64008" cy="4846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1: raw similarity misleads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196596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666 file pairs: median cosine 0.52, max 0.83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unrelated pair (notes / spec_v1, 0.72) outscored a real invoice pair (0.67)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subtract the corpus mean before comparing; real groups then rank at the top and a 0.25 threshold works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1371600"/>
            <a:ext cx="36576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0" y="1371600"/>
            <a:ext cx="64008" cy="4846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2: clusters must not chain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1965960"/>
            <a:ext cx="3154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 merged 4 resumes with 3 unrelated files through two weak edges (a 7-file group)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average-linkage - merge only while the average pair weight stays above 0.12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Resumes 4, Invoices 4, Code 3, Project Docs 3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memory and workspace manager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 5.3 and 5.4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4846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Memory Engine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is stored with the ids of the files it showed, so follow-ups survive a restart and a file move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second one" and "open it" are resolved by rules; the 3B model's own flag is only a fallback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 within 0.05 similarity: show both instead of guessing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user opens one, it wins the next tie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 recommendations (rule-based, explainable)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74520"/>
          <a:ext cx="57150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Recommendation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Trigger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of 3 to 12 files not already in a workspace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Frequently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opened at least 3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duplicate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of 0.9 or more, or identical content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organizing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 files with no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Untouched for 90+ days and never opened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0" y="544068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the language model: reproducible, explainable, and no extra model calls. A workspace opens all its files in one click.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quality: measurement and fix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 5.5 - 27 labelled queries plus 4 off-topic ones, split into tuning and held-out halves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Approach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Decision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cutoff of 0.55 (original)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file found for 20 of 27 queries; precision 0.63 ("meeting" returned nothing)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 task prefixes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21 to 24 of 27, but no cutoff separates a weak right answer (0.56) from junk (0.57); needs re-embedding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adopted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query expansion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fell to 13 of 27: the 3B model's descriptions 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Near-best cutoff + keyword 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of 27 found (14 of 14 held-out); top-1 24 of 27 (13 of 14 held-out); precision 0.82; no re-embedding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109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846320"/>
            <a:ext cx="64008" cy="13716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937760"/>
            <a:ext cx="10561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Re-measured through the production endpoint: identical numbers. Weak matches are labelled low confidence and open never launches below 0.55. Residual: "meeting notes" still ranks workout_log first (it mentions "the project meeting"), and 3 of 4 off-topic file-shaped queries return labelled guesses.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and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 5.6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Level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was done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and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pytest tests: indexing, search and keyword boost, organizer, graph, memory, workspaces, intent routing, reset script, HTTP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passed,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runs the suite on every push (Linux)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guards deliberately broken to confirm a test fails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caught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routing, real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32-message tuning set and a 26-message held-out set on llama3.2; prompt rewritten and compared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80% to 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to end, real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Follow-ups, ambiguity then usage resolution, organize and revert, graph rebuild on indexing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designed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31-query labelled set with tuning and held-out halves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27/27 found; top-1 24/27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desktop shell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Open all and click-to-open driven over WebView2's debug 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permission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prompt scored 32/32 on the tuning set it was tuned against - the held-out figure is the honest one.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 and remaining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 5.8 and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4846320"/>
          </a:xfrm>
          <a:prstGeom prst="rect">
            <a:avLst/>
          </a:prstGeom>
          <a:solidFill>
            <a:srgbClr val="C0475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 (documented, not hidden)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 queries are best-effort: a file that merely contains the word can outrank the answer ("meeting notes" ranks workout_log first)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file-shaped queries return labelled low-confidence guesses; non-file requests are turned away by the intent router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3B intent router misses borderline wording ("which files should I archive")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conservative: some related files stay unlinked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pairwise and search scores every chunk: fine for hundreds of files, not thousands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371600"/>
            <a:ext cx="64008" cy="4846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08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work (Monitoring III)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performance: a larger vault, timing, an approximate neighbour method if needed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test the embedding-prefix option end to end, judged by the labelled evaluation set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report: results, discussion, conclusion, future scope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paper, drawing on the measurements in this report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GitHub submission and installer hand-off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DreamOS - Project Monitoring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109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Z. Shi, K. Mei, M. Jin, Y. Su, C. Zuo, W. Hua, W. Xu, Y. Ren, Z. Liu, M. Du, D. Deng, and Y. Zhang, "From Commands to Prompts: LLM-based Semantic File System for AIOS," in Proc. 13th Int. Conf. on Learning Representations (ICLR 2025). arXiv:2410.11843.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Mikolov, K. Chen, G. Corrado, and J. Dean, "Efficient Estimation of Word Representations in Vector Space," arXiv:1301.3781, 2013.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N. Reimers and I. Gurevych, "Sentence-BERT: Sentence Embeddings using Siamese BERT-Networks," in Proc. EMNLP-IJCNLP, 2019.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Chroma, "Chroma: the open-source embedding database," github.com/chroma-core/chroma.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Microsoft, "Windows Search overview," Microsoft Learn documentation.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Apple Inc., "Spotlight User Guide," support.apple.com.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voidtools, "Everything - locate files and folders by name instantly," voidtools.com.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3009</Words>
  <Application>Microsoft Office PowerPoint</Application>
  <PresentationFormat>Widescreen</PresentationFormat>
  <Paragraphs>397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DreamOS - Project Monitoring II</dc:title>
  <dc:subject>PptxGenJS Presentation</dc:subject>
  <dc:creator>Zaid Ali Syed, Om Vyas, Krushna Kadam</dc:creator>
  <cp:lastModifiedBy>Zaid syed</cp:lastModifiedBy>
  <cp:revision>2</cp:revision>
  <dcterms:created xsi:type="dcterms:W3CDTF">2026-09-20T17:42:00Z</dcterms:created>
  <dcterms:modified xsi:type="dcterms:W3CDTF">2026-09-24T04:46:44Z</dcterms:modified>
</cp:coreProperties>
</file>