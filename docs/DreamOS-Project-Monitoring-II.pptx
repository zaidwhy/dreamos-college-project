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-914400"/>
            <a:ext cx="4754880" cy="4754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00C2A8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014984"/>
            <a:ext cx="438912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77240" y="18745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DreamOS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822960" y="2880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AI-Native Semantic File Management Shell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822960" y="3611880"/>
            <a:ext cx="2377440" cy="384048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8" name="Text 4"/>
          <p:cNvSpPr/>
          <p:nvPr/>
        </p:nvSpPr>
        <p:spPr>
          <a:xfrm>
            <a:off x="822960" y="3611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A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MONITORING - II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822960" y="4251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proposed modules are implemented, tested and packaged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Zaid Ali Syed (2305139)  |  Om Vyas (2305170)  |  Krushna Kadam (2305165)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A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Information Technology - IICT, MGM University  |  September 2026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statement and objectives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4937760" cy="4892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64008" cy="4892040"/>
          </a:xfrm>
          <a:prstGeom prst="rect">
            <a:avLst/>
          </a:prstGeom>
          <a:solidFill>
            <a:srgbClr val="C0475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17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47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operating systems organize files around folders and filenames chosen at the moment of saving. As a machine grows to thousands of files, this breaks down: the name chosen months ago rarely matches how the file is described today.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4389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 a locally-run, AI-native file management layer that retrieves, opens and organizes files by describing their meaning in natural language - without exact names, folder locations or a cloud service.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5216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 - ALL DELIVERED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2160" y="173736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173736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0" y="173736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173736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index of a file vault using local embedding models</a:t>
            </a:r>
            <a:endParaRPr lang="en-US" sz="125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1920240"/>
            <a:ext cx="256032" cy="25603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852160" y="246888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0" y="246888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0" y="246888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46520" y="246888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natural-language interface that classifies intent and routes it</a:t>
            </a:r>
            <a:endParaRPr lang="en-US" sz="12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2651760"/>
            <a:ext cx="256032" cy="25603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852160" y="320040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852160" y="320040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19"/>
          <p:cNvSpPr/>
          <p:nvPr/>
        </p:nvSpPr>
        <p:spPr>
          <a:xfrm>
            <a:off x="6035040" y="320040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6446520" y="320040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by meaning, ranked by similarity; open the top match directly</a:t>
            </a:r>
            <a:endParaRPr lang="en-US" sz="12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3383280"/>
            <a:ext cx="256032" cy="25603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852160" y="393192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852160" y="393192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8" name="Text 23"/>
          <p:cNvSpPr/>
          <p:nvPr/>
        </p:nvSpPr>
        <p:spPr>
          <a:xfrm>
            <a:off x="6035040" y="393192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6446520" y="393192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summary, tags and category, applied reversibly</a:t>
            </a:r>
            <a:endParaRPr lang="en-US" sz="12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4114800"/>
            <a:ext cx="256032" cy="256032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5852160" y="466344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852160" y="466344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0" y="466344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46634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 local and offline-capable, preserving privacy</a:t>
            </a:r>
            <a:endParaRPr lang="en-US" sz="1250" dirty="0"/>
          </a:p>
        </p:txBody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56032" cy="256032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5852160" y="539496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5852160" y="539496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8" name="Text 31"/>
          <p:cNvSpPr/>
          <p:nvPr/>
        </p:nvSpPr>
        <p:spPr>
          <a:xfrm>
            <a:off x="6035040" y="539496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39" name="Text 32"/>
          <p:cNvSpPr/>
          <p:nvPr/>
        </p:nvSpPr>
        <p:spPr>
          <a:xfrm>
            <a:off x="6446520" y="539496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graph, context memory and intelligent workspace manager</a:t>
            </a:r>
            <a:endParaRPr lang="en-US" sz="12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0" y="5577840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 review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lines of work: dense embeddings, and semantic / AI-native file systems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4008" cy="329184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Foundation: dense embeddings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 et al. [2]: text mapped into a vector space where distance tracks semantic relatedness - the basis of every modern embedding model.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 and Gurevych, Sentence-BERT [3]: efficient embeddings of whole sentences and paragraphs - exactly what DreamOS does once per indexed file.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uses nomic-embed-text through Ollama, with the Chroma vector database [4] for nearest-neighbour retrieval.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4406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4008" cy="329184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6002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Closest related work: LSFS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205740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 [1], "From Commands to Prompts: LLM-based Semantic File System for AIOS", ICLR 2025: embedding-vector file indexes with an LLM front end as a substitute for command-based file operations.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the architectural bet DreamOS makes.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serves LLM agents through an API - not an end user through a conversational interface, and it is not shown running fully local.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11109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937760"/>
            <a:ext cx="64008" cy="1280160"/>
          </a:xfrm>
          <a:prstGeom prst="rect">
            <a:avLst/>
          </a:prstGeom>
          <a:solidFill>
            <a:srgbClr val="8A93A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029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Existing consumer tools are keyword- or metadata-driven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Search [5] matches lexically  |  macOS Spotlight [6] adds metadata and heuristics  |  Everything [7] indexes filenames only. A query must share vocabulary with the target file.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Comparison and research gap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109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108960"/>
                <a:gridCol w="31546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System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Retrieval basis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Strength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Limitation vs. DreamOS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/ metadata index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into the OS, fast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semantic matching; cannot act on the result from one query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Spotlight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/ metadata + heuristics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Fast, system-wide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embedding-based; not conversational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(voidtools)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Filename index (NTFS MFT)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fast filename lookup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Filename only, no content understanding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AIOS LSFS [1] (ICLR 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+ embedding-vector file index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Proves embedding file indexing at OS 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for LLM agents, not an end-user chat; not shown fully local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DreamOS (this project)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embeddings + local LLM intent 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interface to search, open, relate, organize; fully local and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being proposed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8F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2000"/>
            <a:ext cx="111099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572000"/>
            <a:ext cx="64008" cy="16459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2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gap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5029200"/>
            <a:ext cx="10561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semantic file indexing exists in the literature it is an API layer for LLM agents, not one natural-language surface for end users, and it is not demonstrated running entirely on local models. DreamOS targets that gap: one conversational interface, backed by a locally-run embedding model and a locally-run LLM, that retrieves files by meaning and acts on them - with no file content or query leaving the machine.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Functional requirements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11 implemented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001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ID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Requirement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Status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one natural-language message through a chat-style interface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intent (search, open, related, workspace, organize, other) with a local LLM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returning ranked results with similarity score and snippet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an "open" request to the best match and launch it in its default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an AI summary, tag list and category for a 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an AI-organized move and reversibly revert 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Preview all unorganized files before applying any suggestion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and incrementally re-index a folder, skipping unchanged files by hash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graph of relationships between files (similar, referenced, shared tags)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 conversational context across turns and resolve follow-ups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 workspace actions from usage patterns and file relationships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17220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FR9-FR11 were planned for Monitoring II and III; recommendations are surfaced in the Workspaces tab and on request.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requirements and technology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4068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64008" cy="23317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173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Languages and frameworks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187452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Python 3, FastAPI, Uvicorn, Pydantic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TypeScript, React, Vite, d3-force (graph layout)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shell: Tauri v2 (Rust) with the opener plugin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runtime: Ollama - nomic-embed-text (embeddings), llama3.2 (intent, summaries, tags)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44068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280160"/>
            <a:ext cx="64008" cy="23317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4173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storage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187452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SQLite: file metadata, graph edges, conversation turns, usage events, workspaces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persistent local vector store, one entry per file chunk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derived tables keyed on file id, so they survive organizer moves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544068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794760"/>
            <a:ext cx="64008" cy="242316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9319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38912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and GitHub (private repository) with CI on every push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97 tests, fully offline (embeddings and LLM mocked)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Mermaid diagrams; pptxgenjs and docx-js for deliverables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WiX and NSIS (Tauri bundler) for Windows installers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17920" y="3794760"/>
            <a:ext cx="544068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794760"/>
            <a:ext cx="64008" cy="242316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9319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 and runtime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438912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required: both models run on CPU through Ollama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single machine; no API keys, no network at runtime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Sandboxed demo vault - never a real personal folder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Client-server on one machine: Tauri/React client, local FastAPI service, Ollama, two local stores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109960" cy="1097280"/>
          </a:xfrm>
          <a:prstGeom prst="rect">
            <a:avLst/>
          </a:prstGeom>
          <a:solidFill>
            <a:srgbClr val="E6EBF7"/>
          </a:solidFill>
          <a:ln w="12700">
            <a:solidFill>
              <a:srgbClr val="C9D1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DESKTOP APPLICATION  -  Tauri (Rust) + React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1691640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91640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view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open, related, organize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456432" y="1691640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1691640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view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d3-force SVG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81344" y="1691640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81344" y="1691640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Workspaces view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and workspaces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906256" y="1691640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06256" y="1691640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Tauri opener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files in default apps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48" y="2450592"/>
            <a:ext cx="0" cy="384048"/>
          </a:xfrm>
          <a:prstGeom prst="line">
            <a:avLst/>
          </a:prstGeom>
          <a:noFill/>
          <a:ln w="254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208776" y="24505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/ JSON, session id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852928"/>
            <a:ext cx="11109960" cy="1920240"/>
          </a:xfrm>
          <a:prstGeom prst="rect">
            <a:avLst/>
          </a:prstGeom>
          <a:solidFill>
            <a:srgbClr val="E6EBF7"/>
          </a:solidFill>
          <a:ln w="12700">
            <a:solidFill>
              <a:srgbClr val="C9D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907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SERVICE  -  FastAPI, 127.0.0.1:8420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" y="3200400"/>
            <a:ext cx="1074420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00400"/>
            <a:ext cx="107442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routes (main.py)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31520" y="3703320"/>
            <a:ext cx="144475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Interface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routing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2286000" y="3703320"/>
            <a:ext cx="144475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similarity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3840480" y="3703320"/>
            <a:ext cx="144475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Organizer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categorize, revert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394960" y="3703320"/>
            <a:ext cx="1444752" cy="868680"/>
          </a:xfrm>
          <a:prstGeom prst="rect">
            <a:avLst/>
          </a:prstGeom>
          <a:solidFill>
            <a:srgbClr val="DFF1D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9496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relationships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949440" y="3703320"/>
            <a:ext cx="1444752" cy="868680"/>
          </a:xfrm>
          <a:prstGeom prst="rect">
            <a:avLst/>
          </a:prstGeom>
          <a:solidFill>
            <a:srgbClr val="DFF1D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Memory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usage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503920" y="3703320"/>
            <a:ext cx="1444752" cy="868680"/>
          </a:xfrm>
          <a:prstGeom prst="rect">
            <a:avLst/>
          </a:prstGeom>
          <a:solidFill>
            <a:srgbClr val="DFF1D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Manager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058400" y="3703320"/>
            <a:ext cx="144475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840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+ upsert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99048" y="4800600"/>
            <a:ext cx="0" cy="365760"/>
          </a:xfrm>
          <a:prstGeom prst="line">
            <a:avLst/>
          </a:prstGeom>
          <a:noFill/>
          <a:ln w="254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640" y="5212080"/>
            <a:ext cx="11109960" cy="1097280"/>
          </a:xfrm>
          <a:prstGeom prst="rect">
            <a:avLst/>
          </a:prstGeom>
          <a:solidFill>
            <a:srgbClr val="E6EBF7"/>
          </a:solidFill>
          <a:ln w="12700">
            <a:solidFill>
              <a:srgbClr val="C9D1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266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AI RUNTIME AND STORAGE  (nothing leaves the machine)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31520" y="5559552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5559552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nomic-embed-text + llama3.2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3456432" y="5559552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56432" y="5559552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edges, turns, usage, workspaces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6181344" y="5559552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1344" y="5559552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vector store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906256" y="5559552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06256" y="5559552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demo-vault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sandboxed files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8915400" y="932688"/>
            <a:ext cx="182880" cy="182880"/>
          </a:xfrm>
          <a:prstGeom prst="rect">
            <a:avLst/>
          </a:prstGeom>
          <a:solidFill>
            <a:srgbClr val="DFF1D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62288" y="886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since Monitoring I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specifies six modules - all six are now built (solid = implemented)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109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2_module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4834" y="1417320"/>
            <a:ext cx="7557571" cy="1600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08660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Module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Input / output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Status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 Interface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message + session. Out: intent and routed response (hits, suggestions, related files, workspaces, open path)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Engine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query. Out: ranked hits above the similarity threshold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File Organizer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file. Out: summary, tags, category, reasoning; reversible apply / revert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Graph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embeddings, text, tags. Out: typed weighted edges and clusters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Memory Engine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turns and open events. Out: resolved follow-ups, usage counts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Intelligent Workspace Manager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clusters, usage, organizer state. Out: recommendations and workspaces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flow diagram - context level (DFD 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is one process between the user, the local LLM runtime and the file vault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3_dfd_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55371"/>
            <a:ext cx="10835640" cy="30958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flow diagram - level 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classification fans out to search, organize, related-files, workspace and open-file processes; memory feeds classification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4_dfd_level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7325"/>
            <a:ext cx="10835640" cy="35519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UML - use case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user-facing actions (six existed at Monitoring I)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49224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5_use_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686" y="1463040"/>
            <a:ext cx="5434149" cy="4754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269480" y="1371600"/>
            <a:ext cx="438912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269480" y="1371600"/>
            <a:ext cx="64008" cy="49377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543800" y="15087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Added since Monitoring I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43800" y="1965960"/>
            <a:ext cx="3886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follow-up question ("open it", "the second one")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related files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knowledge graph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workspace from a suggestion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all files of a workspace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conversation (clears memory)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UML - class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and settings data classes in backend/app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10996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6_class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89" y="1463040"/>
            <a:ext cx="730946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UML - sequence diagram: a follow-up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"find my invoices", then "open the second one" - resolved from remembered results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10996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10_sequence_follow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5525" y="1463040"/>
            <a:ext cx="6916189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for relational data, ChromaDB for vectors, linked by file path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8_er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25" y="1463040"/>
            <a:ext cx="6916189" cy="4754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371600"/>
            <a:ext cx="365760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001000" y="1371600"/>
            <a:ext cx="64008" cy="493776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0" name="Text 7"/>
          <p:cNvSpPr/>
          <p:nvPr/>
        </p:nvSpPr>
        <p:spPr>
          <a:xfrm>
            <a:off x="827532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decisions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275320" y="1965960"/>
            <a:ext cx="3154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derived table (edges, turns, usage, workspaces) is keyed on files.id, not the path.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organizer renames paths on apply and revert; an id survives that, so nothing needs re-syncing after a move.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content_hash lets re-indexing skip unchanged files.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are rebuilt after each index run that changed something - idempotent, so safe to repeat.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turns store file ids, so a remembered result still resolves after a move.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interface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in one desktop shell - screenshots of the running application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61188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screenshots\ui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08331"/>
            <a:ext cx="3465576" cy="270748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434340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related files with the reason they are linked, and workspace suggestions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61188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C:\Users\Asus\projects\DreamOS\docs\screenshots\ui-knowledge-grap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508331"/>
            <a:ext cx="3465576" cy="270748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34840" y="434340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graph: nodes by category, edges by kind; a selected file and its neighbours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46720" y="1417320"/>
            <a:ext cx="361188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2" descr="C:\Users\Asus\projects\DreamOS\docs\screenshots\ui-workspa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508331"/>
            <a:ext cx="3465576" cy="270748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83880" y="434340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Workspaces: a workspace created from a suggestion, and the remaining suggestions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548640" y="57607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inside the real Tauri desktop shell (WebView2 debug port): workspace "Open all" and click-to-open launch files with no permission errors.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61188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/ 6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modules built, integrated, tested and packaged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280160"/>
            <a:ext cx="361188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C2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all offline; CI on every push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280160"/>
            <a:ext cx="361188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93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32104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routing on phrasings the prompt was never tuned on (23 of 26)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54406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108960"/>
            <a:ext cx="64008" cy="310896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at Monitoring 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37033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 routing search, open and organize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with a tuned similarity threshold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organizer with reversible apply / revert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indexer, one-click launcher, Windows installers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17920" y="3108960"/>
            <a:ext cx="54406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3108960"/>
            <a:ext cx="64008" cy="31089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since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37033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Graph: similar, references and shared-tag edges; interactive graph view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Memory Engine: persisted sessions, follow-ups ("open it", "the second one"), usage tracking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Manager: explainable recommendations and one-click workspaces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Related-files and workspace intents; clickable results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engineering findings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was measured on the real models and the demo vault, not assumed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228600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Raw embedding similarity misled the graph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Doc-vs-doc cosine with nomic-embed-text has median 0.52 and max 0.83.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unrelated pair (notes / spec_v1, 0.72) outscored a real invoice pair (0.67).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mean-center the vectors; real groups then rank at the top.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54406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371600"/>
            <a:ext cx="64008" cy="228600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Clusters must not chain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19659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components merged resumes with unrelated proposals through two weak edges (a 7-file group).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average-linkage merging - a lone bridge edge averages to near zero.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Resumes (4), Invoices (4), Code (3), Project Docs (3).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44068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840480"/>
            <a:ext cx="64008" cy="237744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9776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Follow-ups are rules first, model second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Ordinals and bare pronouns are matched deterministically, so they are testable.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3B model's own "refers to previous" flag is only a fallback.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it" is forced to open even if the model calls it a search.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217920" y="3840480"/>
            <a:ext cx="544068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3840480"/>
            <a:ext cx="64008" cy="237744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39776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memory breaks near-ties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close candidates (two resumes): DreamOS asks instead of guessing.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user picks one, the next ask opens it directly.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are rule-based on purpose: reproducible and explainable.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and verification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1099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446520"/>
                <a:gridCol w="219456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Level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was done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Result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and integration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 pytest tests over indexing, search, organizer, graph, memory, workspaces, NL routing and the HTTP API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 passed, offline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integration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runs the suite on every push (Linux)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strength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guards deliberately broken (short-filename rule, workspace-coverage filter) to confirm a test fails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caught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routing, real 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32-message tuning set and a 26-message held-out set on llama3.2; prompt rewritten and compared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 80% -&gt; 88%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to end, real models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Multi-turn follow-ups, ambiguity then usage resolution, organize and revert on a new file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designed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desktop shell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Workspace Open all and click-to-open driven over WebView2's debug port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permission errors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tuning set reached 32/32 after the prompt change, but it was tuned against its own misses - the held-out figure is the honest one.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Known limitations and remaining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4068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64008" cy="4937760"/>
          </a:xfrm>
          <a:prstGeom prst="rect">
            <a:avLst/>
          </a:prstGeom>
          <a:solidFill>
            <a:srgbClr val="C0475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173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Known limitations (documented, not hidden)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187452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generic queries ("meeting") return nothing above the threshold, and "meeting notes" returns wrong files; descriptive queries work.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cause, not yet tested: nomic-embed-text expects search_query / search_document prefixes the pipeline does not add.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3B intent router misses borderline wording ("which files should I archive").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is conservative: some related files stay unlinked.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is pairwise - fine for tens to hundreds of files, not thousands.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44068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280160"/>
            <a:ext cx="64008" cy="493776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4173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Remaining work (Monitoring III)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187452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embedding-prefix hypothesis: re-embed, retune thresholds, compare retrieval quality.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scale testing on a larger vault; an approximate neighbour method if needed.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report: results, discussion, conclusion, future scope.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submit the accompanying research paper.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GitHub submission and installer hand-off.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109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Z. Shi, K. Mei, M. Jin, Y. Su, C. Zuo, W. Hua, W. Xu, Y. Ren, Z. Liu, M. Du, D. Deng, and Y. Zhang, "From Commands to Prompts: LLM-based Semantic File System for AIOS," in Proc. 13th Int. Conf. on Learning Representations (ICLR 2025). arXiv:2410.11843.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T. Mikolov, K. Chen, G. Corrado, and J. Dean, "Efficient Estimation of Word Representations in Vector Space," arXiv:1301.3781, 2013.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N. Reimers and I. Gurevych, "Sentence-BERT: Sentence Embeddings using Siamese BERT-Networks," in Proc. EMNLP-IJCNLP, 2019.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Chroma, "Chroma: the open-source embedding database," github.com/chroma-core/chroma.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Microsoft, "Windows Search overview," Microsoft Learn documentation.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Apple Inc., "Spotlight User Guide," support.apple.com.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voidtools, "Everything - locate files and folders by name instantly," voidtools.com.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DreamOS - Project Monitoring II</dc:title>
  <dc:subject>PptxGenJS Presentation</dc:subject>
  <dc:creator>Zaid Ali Syed, Om Vyas, Krushna Kadam</dc:creator>
  <cp:lastModifiedBy>Zaid Ali Syed, Om Vyas, Krushna Kadam</cp:lastModifiedBy>
  <cp:revision>1</cp:revision>
  <dcterms:created xsi:type="dcterms:W3CDTF">2026-09-20T17:06:50Z</dcterms:created>
  <dcterms:modified xsi:type="dcterms:W3CDTF">2026-09-20T17:06:50Z</dcterms:modified>
</cp:coreProperties>
</file>