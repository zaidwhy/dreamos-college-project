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-914400"/>
            <a:ext cx="4754880" cy="4754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914400"/>
            <a:ext cx="822960" cy="82296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945" y="1021385"/>
            <a:ext cx="608990" cy="60899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7240" y="196596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DreamOS</a:t>
            </a:r>
            <a:endParaRPr lang="en-US" sz="5400" dirty="0"/>
          </a:p>
        </p:txBody>
      </p:sp>
      <p:sp>
        <p:nvSpPr>
          <p:cNvPr id="6" name="Text 2"/>
          <p:cNvSpPr/>
          <p:nvPr/>
        </p:nvSpPr>
        <p:spPr>
          <a:xfrm>
            <a:off x="822960" y="29718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Semantic File Management for the Desktop</a:t>
            </a:r>
            <a:endParaRPr lang="en-US" sz="1900" dirty="0"/>
          </a:p>
        </p:txBody>
      </p:sp>
      <p:sp>
        <p:nvSpPr>
          <p:cNvPr id="7" name="Shape 3"/>
          <p:cNvSpPr/>
          <p:nvPr/>
        </p:nvSpPr>
        <p:spPr>
          <a:xfrm>
            <a:off x="822960" y="3703320"/>
            <a:ext cx="2103120" cy="384048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8" name="Text 4"/>
          <p:cNvSpPr/>
          <p:nvPr/>
        </p:nvSpPr>
        <p:spPr>
          <a:xfrm>
            <a:off x="822960" y="37033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MONITORING - I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22960" y="56235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Zaid Ali Syed (2305139)  |  Om Vyas (2305170)  |  Krushna Kadam (2305165)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Information Technology - IICT, MGM University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Problem, and What We're Building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12080" cy="4617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554480"/>
            <a:ext cx="82296" cy="4617720"/>
          </a:xfrm>
          <a:prstGeom prst="rect">
            <a:avLst/>
          </a:prstGeom>
          <a:solidFill>
            <a:srgbClr val="C0475B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47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REAL DESKTOP, TODAY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4572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final_final_v3.txt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Untitled document.txt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CV2.txt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backup_of_backup.txt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scan0007.txt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new_doc_2026_03_11.txt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60120" y="44805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finds a file by its name anymore - they remember what it's about.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63640" y="1554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2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OBJECTIVE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74520"/>
            <a:ext cx="566928" cy="566928"/>
          </a:xfrm>
          <a:prstGeom prst="ellipse">
            <a:avLst/>
          </a:prstGeom>
          <a:solidFill>
            <a:srgbClr val="E7F8F4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7341" y="1948221"/>
            <a:ext cx="419527" cy="41952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040880" y="184708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 by meaning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7040880" y="217627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files by what they're about, not what they're named.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263640" y="3044952"/>
            <a:ext cx="566928" cy="566928"/>
          </a:xfrm>
          <a:prstGeom prst="ellipse">
            <a:avLst/>
          </a:prstGeom>
          <a:solidFill>
            <a:srgbClr val="E7F8F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341" y="3118653"/>
            <a:ext cx="419527" cy="41952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40880" y="30175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by intent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7040880" y="3346704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"Open my resume" resolves and launches the right file directly.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263640" y="4215384"/>
            <a:ext cx="566928" cy="566928"/>
          </a:xfrm>
          <a:prstGeom prst="ellipse">
            <a:avLst/>
          </a:prstGeom>
          <a:solidFill>
            <a:srgbClr val="E7F8F4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7341" y="4289085"/>
            <a:ext cx="419527" cy="41952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040880" y="41879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Organize with AI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7040880" y="451713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Auto-categorize a messy vault - safely, and fully reversibly.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63640" y="552297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from three proposed directions (Cognitive Spectre / DreamOS / SentinelLLM) - proposal deck, slides 7-10.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708660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C:\Users\Asus\projects\DreamOS\docs\diagrams\01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62286"/>
            <a:ext cx="6537960" cy="35277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0100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2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8001000" y="1828800"/>
            <a:ext cx="502920" cy="50292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1584" y="1929384"/>
            <a:ext cx="301752" cy="3017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59368" y="17922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Desktop shell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8659368" y="20848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Tauri + React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8001000" y="2761488"/>
            <a:ext cx="502920" cy="50292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4" y="2862072"/>
            <a:ext cx="301752" cy="30175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59368" y="27249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service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8659368" y="3017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8001000" y="3694176"/>
            <a:ext cx="502920" cy="50292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584" y="3794760"/>
            <a:ext cx="301752" cy="30175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659368" y="36576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Storage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8659368" y="39502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metadata + ChromaDB vectors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8001000" y="4626864"/>
            <a:ext cx="502920" cy="50292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1584" y="4727448"/>
            <a:ext cx="301752" cy="30175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659368" y="45902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AI runtime</a:t>
            </a:r>
            <a:endParaRPr lang="en-US" sz="1450" dirty="0"/>
          </a:p>
        </p:txBody>
      </p:sp>
      <p:sp>
        <p:nvSpPr>
          <p:cNvPr id="21" name="Text 14"/>
          <p:cNvSpPr/>
          <p:nvPr/>
        </p:nvSpPr>
        <p:spPr>
          <a:xfrm>
            <a:off x="8659368" y="488289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- nomic-embed-text, llama3.2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8001000" y="56052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calls, no API keys - everything runs on-device.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We Stand at Monitoring - 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0632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52704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50%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6868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module scope built, tested, and packaged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023360" y="1417320"/>
            <a:ext cx="30632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51960" y="152704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8A93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~20%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25196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what these guidelines expect at this checkpoint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543800" y="1554480"/>
            <a:ext cx="0" cy="1143000"/>
          </a:xfrm>
          <a:prstGeom prst="line">
            <a:avLst/>
          </a:prstGeom>
          <a:noFill/>
          <a:ln w="19050">
            <a:solidFill>
              <a:srgbClr val="D6DC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1527048"/>
            <a:ext cx="3794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21 backend tests passing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 - embeddings &amp; LLM mocked in tests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as a real Windows installer (MSI + NSIS)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200400"/>
            <a:ext cx="525780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3200400"/>
            <a:ext cx="5257800" cy="50292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319272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34440" y="32004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&amp; TESTED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14400" y="388620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Interface - routes search / open / organize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Engine - vector similarity, tuned threshold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File Organizer - categorize, apply, reversible revert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291072" y="3200400"/>
            <a:ext cx="525780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91072" y="3200400"/>
            <a:ext cx="5257800" cy="502920"/>
          </a:xfrm>
          <a:prstGeom prst="rect">
            <a:avLst/>
          </a:prstGeom>
          <a:solidFill>
            <a:srgbClr val="8A93AA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3319272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885432" y="32004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PLANNED - MONITORING II / III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565392" y="388620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- file relationship graph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Memory Engine - session-aware retrieval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Workspace Manager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0" y="3566160"/>
            <a:ext cx="4572000" cy="4572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 Demo, and What's Next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40080" y="1417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TODAY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40080" y="1874520"/>
            <a:ext cx="548640" cy="548640"/>
          </a:xfrm>
          <a:prstGeom prst="ellipse">
            <a:avLst/>
          </a:prstGeom>
          <a:solidFill>
            <a:srgbClr val="27306B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03" y="1945843"/>
            <a:ext cx="405994" cy="4059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185623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Semantic search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1371600" y="215798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something about a meeting" - no filename match needed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640080" y="2898648"/>
            <a:ext cx="548640" cy="548640"/>
          </a:xfrm>
          <a:prstGeom prst="ellipse">
            <a:avLst/>
          </a:prstGeom>
          <a:solidFill>
            <a:srgbClr val="27306B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" y="2969971"/>
            <a:ext cx="405994" cy="40599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28803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by intent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1371600" y="318211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"open my resume" - resolves and launches the right file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40080" y="3922776"/>
            <a:ext cx="548640" cy="548640"/>
          </a:xfrm>
          <a:prstGeom prst="ellipse">
            <a:avLst/>
          </a:prstGeom>
          <a:solidFill>
            <a:srgbClr val="27306B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03" y="3994099"/>
            <a:ext cx="405994" cy="40599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71600" y="390448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organizer + revert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1371600" y="42062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 the vault, apply, then reverse it cleanly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6492240" y="1417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492240" y="1874520"/>
            <a:ext cx="502920" cy="5029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9" name="Text 13"/>
          <p:cNvSpPr/>
          <p:nvPr/>
        </p:nvSpPr>
        <p:spPr>
          <a:xfrm>
            <a:off x="64922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II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7178040" y="184708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 - II (~80%)</a:t>
            </a:r>
            <a:endParaRPr lang="en-US" sz="1550" dirty="0"/>
          </a:p>
        </p:txBody>
      </p:sp>
      <p:sp>
        <p:nvSpPr>
          <p:cNvPr id="21" name="Text 15"/>
          <p:cNvSpPr/>
          <p:nvPr/>
        </p:nvSpPr>
        <p:spPr>
          <a:xfrm>
            <a:off x="7178040" y="2157984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+ Context Memory Engine; begin Intelligent Workspace Manager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492240" y="3108960"/>
            <a:ext cx="502920" cy="5029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23" name="Text 17"/>
          <p:cNvSpPr/>
          <p:nvPr/>
        </p:nvSpPr>
        <p:spPr>
          <a:xfrm>
            <a:off x="649224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III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178040" y="308152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 - III (100%)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7178040" y="3392424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Intelligent Workspace Manager; full testing; final report &amp; submission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6739128" y="2377440"/>
            <a:ext cx="0" cy="731520"/>
          </a:xfrm>
          <a:prstGeom prst="line">
            <a:avLst/>
          </a:prstGeom>
          <a:noFill/>
          <a:ln w="25400">
            <a:solidFill>
              <a:srgbClr val="3A438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40080" y="5989320"/>
            <a:ext cx="10881360" cy="18288"/>
          </a:xfrm>
          <a:prstGeom prst="rect">
            <a:avLst/>
          </a:prstGeom>
          <a:solidFill>
            <a:srgbClr val="3A4380"/>
          </a:solidFill>
          <a:ln/>
        </p:spPr>
      </p:sp>
      <p:sp>
        <p:nvSpPr>
          <p:cNvPr id="28" name="Text 22"/>
          <p:cNvSpPr/>
          <p:nvPr/>
        </p:nvSpPr>
        <p:spPr>
          <a:xfrm>
            <a:off x="640080" y="61264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6 proposed modules shipped and verified - ahead of schedule, with an honest plan for the rest.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DreamOS - Project Monitoring I</dc:title>
  <dc:subject>PptxGenJS Presentation</dc:subject>
  <dc:creator>Zaid Ali Syed, Om Vyas, Krushna Kadam</dc:creator>
  <cp:lastModifiedBy>Zaid Ali Syed, Om Vyas, Krushna Kadam</cp:lastModifiedBy>
  <cp:revision>1</cp:revision>
  <dcterms:created xsi:type="dcterms:W3CDTF">2026-09-20T17:04:41Z</dcterms:created>
  <dcterms:modified xsi:type="dcterms:W3CDTF">2026-09-20T17:04:41Z</dcterms:modified>
</cp:coreProperties>
</file>