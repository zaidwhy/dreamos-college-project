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F5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2F5FF"/>
                </a:solidFill>
                <a:latin typeface="Arial"/>
              </a:rPr>
              <a:t>Rebuilding the file-relationship map (seconds,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Knowledge-graph rebuild (seconds)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500 files</c:v>
                  </c:pt>
                  <c:pt idx="1">
                    <c:v>2,000 files</c:v>
                  </c:pt>
                  <c:pt idx="2">
                    <c:v>5,000 files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1.7</c:v>
                </c:pt>
                <c:pt idx="1">
                  <c:v>24.8</c:v>
                </c:pt>
                <c:pt idx="2">
                  <c:v>143.3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FF6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AEB8E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2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DreamOS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68580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files by what they are about, not by what they are called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B.Tech Project  |  Final Monitoring, 13 October 2026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5669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Ali Syed (2305139)   Om Vyas (2305170)   Krushna Kadam (2305165)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Information and Communication Technology, MGM University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computer has a folder like this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final_final_v3.txt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Untitled document.txt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CV2.txt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scan0007.txt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backup_of_backup.txt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4632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new_doc_2026_03_11.txt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84632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important_dont_delete.txt</a:t>
            </a:r>
            <a:endParaRPr lang="en-US" sz="15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828800"/>
            <a:ext cx="640080" cy="64008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77824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the resume I sent to the company?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EB8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Computers find files by name. People remember what a file is about.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if you could just ask?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4206240"/>
          </a:xfrm>
          <a:prstGeom prst="roundRect">
            <a:avLst>
              <a:gd name="adj" fmla="val 326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my invoices”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“open the second one”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“what is related to my resume?”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finds, opens and groups the files for you - on your own computer.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 a librarian who has read every book in your house, and never tells anyone what is on your shelves.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92240" y="4480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cloud. No account. No uploads.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things we set out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by meaning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files by what they say, not what they are named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912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0116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requests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0916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box that works out whether you want to find, open, relate or organise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3816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 safely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45820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and sort files, and undo every move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519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connections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96012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which files belong together, and why</a:t>
            </a:r>
            <a:endParaRPr lang="en-US" sz="1500" dirty="0"/>
          </a:p>
        </p:txBody>
      </p:sp>
      <p:sp>
        <p:nvSpPr>
          <p:cNvPr id="25" name="Shape 19"/>
          <p:cNvSpPr/>
          <p:nvPr/>
        </p:nvSpPr>
        <p:spPr>
          <a:xfrm>
            <a:off x="438912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38912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425196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0352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 the chat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470916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follow-up questions like “open it” work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13816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13816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4251960"/>
            <a:ext cx="457200" cy="4572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5256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data private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845820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files or questions to a server, and prove it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already exists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8229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Search and Spotlight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 in a query against the words in a file. A query has to share vocabulary with the file.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474720"/>
            <a:ext cx="54864" cy="822960"/>
          </a:xfrm>
          <a:prstGeom prst="rect">
            <a:avLst/>
          </a:prstGeom>
          <a:solidFill>
            <a:srgbClr val="6EC8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3375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7490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fast, but only looks at file names.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937760"/>
            <a:ext cx="54864" cy="8229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006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LSFS (ICLR 2025 paper)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12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that searching files by meaning works at the operating-system level, but it is built for AI agents that call an API, not for a person typing.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come from research on word and sentence meaning: Mikolov et al. (word vectors) and Reimers and Gurevych (Sentence-BERT). Plain version: each sentence becomes a point on a map, and similar sentences land close together.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RESEARCH GAPS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existing work stops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machines, not people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3317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search is shown as an API for software agents. Nobody offers one simple box for a person that finds and acts.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38328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Privacy is promised, not shown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systems show, in a way you can check, that no data leaves the computer.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28800" y="4754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limits are rarely reported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5257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everyday queries and large folders are where meaning search breaks. We measure both and report what we find.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DreamOS works, in four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Read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is cut into pieces. A local AI model turns each piece into a point on the meaning map.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1868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10312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Index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74904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points and the file details are stored on your computer, in two local databases.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05332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0936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10312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836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Understand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658368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question is worked out: find, open, relate, organise, or suggest workspaces.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88796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210312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183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Answer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941832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cards with the best files, the reason they matched, and buttons to act on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runs on one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3000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01_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76" y="1783080"/>
            <a:ext cx="8298968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a request flows through the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3000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04_dfd_level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78406"/>
            <a:ext cx="10698480" cy="35070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follow-up question, step by step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7223760" cy="4663440"/>
          </a:xfrm>
          <a:prstGeom prst="roundRect">
            <a:avLst>
              <a:gd name="adj" fmla="val 2941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10_sequence_follow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755648"/>
            <a:ext cx="6450676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828800"/>
            <a:ext cx="3566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 for invoices; the answer is remembered with the files it showed.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the second one” is worked out from that memory, not guessed.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opens the file, and the choice is saved for next time.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users can do, and how the data fits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74520"/>
            <a:ext cx="54864" cy="420624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C:\Users\Asus\projects\DreamOS\docs\diagrams\05_use_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7380"/>
            <a:ext cx="4754880" cy="4160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645920"/>
            <a:ext cx="5669280" cy="4663440"/>
          </a:xfrm>
          <a:prstGeom prst="roundRect">
            <a:avLst>
              <a:gd name="adj" fmla="val 2353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43600" y="1874520"/>
            <a:ext cx="54864" cy="4206240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10" name="Image 1" descr="C:\Users\Asus\projects\DreamOS\docs\diagrams\08_er_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154555"/>
            <a:ext cx="5303520" cy="36461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modules, each with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you want from a plain sentence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01168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6344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files close in meaning, and says when it is only a guess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1248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41248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categories and tags, moves files, and can undo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files that are similar, that name each other, or share tags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8912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4251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66344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Memory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66344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the chat so follow-ups make sense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Workspaces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41248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groups of related files and opens them together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1 - MEANING AS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files sit close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text becomes a list of 768 numbers, a location on a very large map.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near each other, even with no words in common.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file = finding the nearest points to your question.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comparison: a library shelved by subject, not by the author's surname.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766560" y="182880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0" y="2057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real example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something about a meeting”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32320" y="32918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the team notes, though the file names say nothing about meetings.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0" y="4937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very short queries are harder, and we measure that on slides 23 and 24.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2 - CONNECTIONS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map of how your files relate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7223760" cy="4663440"/>
          </a:xfrm>
          <a:prstGeom prst="roundRect">
            <a:avLst>
              <a:gd name="adj" fmla="val 294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knowledge-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" y="1783080"/>
            <a:ext cx="5618074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828800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link: similar content, one file names another, shared tags.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keeps only its strongest links, so the picture stays readable.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file to see what it is connected to, and why.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3 -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Follow-up questions just 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0" y="173736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my invoices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62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1810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2 file(s) matching ‘invoices’.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0" y="384048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1696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second 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2212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recieved_payment.txt...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hard: a computer has to know that “the second one” refers to the list it showed a moment ago. We decide that with rules first, and use the AI model only as a last resort.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4 - PRIVACY YOU CAN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leaves this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16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18745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app tells you where it sends requests. Right now the answer is: only to this computer.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429000"/>
            <a:ext cx="54864" cy="21945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the app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0584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tab lists every service DreamOS talks 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marks each one as “this computer only” or “another computer”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points it at a remote model, the warning turns red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09360" y="3429000"/>
            <a:ext cx="54864" cy="21945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Checking it yourself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8368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netstat -ano  in a terminal. The DreamOS service listens on 127.0.0.1 only, which means it cannot be reached from another computer.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is built with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280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8470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app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389120" y="18470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Tauri (a small native window)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633472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862072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389120" y="2743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with FastAPI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3758184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85032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639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4389120" y="363931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running nomic-embed-text (meaning) and llama3.2 (understanding)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40080" y="4425696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654296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81144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45354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4389120" y="453542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details and history; ChromaDB for meaning vectors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40080" y="5321808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40080" y="5550408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77256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45920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4389120" y="54315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with 116 automated tests; GitHub Actions on every push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THE 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user sees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1783080"/>
            <a:ext cx="4681728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ask in plain words; cards show why each file matched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9" name="Image 1" descr="C:\Users\Asus\projects\DreamOS\docs\screenshots\ui-workspa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1783080"/>
            <a:ext cx="4681728" cy="3657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Workspaces: suggested groups, one click to create and open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checked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checks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0" y="18745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time: does the ranking, the memory rule and the reversal work?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0" y="1874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automated tests, run offline in under a minute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Joined-up checks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33375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together: index a folder, search it, organise it, undo it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against the real AI models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FF6B8B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app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0" y="4800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window itself, driven like a user would drive 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4800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and checked inside the running app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LARGE-SCALE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Could it cope with a real-sized folder?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6400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generated fake but realistic folders: 500, 2,000 and 5,000 files.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topics: invoices, recipes, research notes, code, and more.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the files also carry a sentence from another topic, to make it harder.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AI models did the work, on an ordinary laptop with no graphics card.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next slides comes from one script, which anyone can rerun.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80960" y="1828800"/>
            <a:ext cx="3931920" cy="4023360"/>
          </a:xfrm>
          <a:prstGeom prst="roundRect">
            <a:avLst>
              <a:gd name="adj" fmla="val 279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question we asked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0" y="25603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my folder has five thousand files, will I wait minutes for an answer?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 the map of 5,000 files takes two minutes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21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60350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173736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40880" y="1965960"/>
            <a:ext cx="54864" cy="393192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5"/>
          <p:cNvSpPr/>
          <p:nvPr/>
        </p:nvSpPr>
        <p:spPr>
          <a:xfrm>
            <a:off x="740664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446.5 s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index 5,000 files (about 11 files every second)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06640" y="3657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50.7 ms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7406640" y="44805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search time at 500 files; 203.5 ms at 5,000 files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and after fixing what the tests exposed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7830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embedding call waited about one second. The cause: the name "localhost" was tried over IPv6 first. Fix: use 127.0.0.1. Measured: about 1 s down to about 15 ms per call.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map grew with the square of the file count. Fix: vectorise it with NumPy, and test that the answers are unchanged.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follow-up about a new topic was answered with an old result. Fix: direct evidence now wins over the AI's guess, with a test that fails on the old behaviour.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answer the right one?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top 5 answers are on the right topic, on the 5,000-file set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20640" y="18288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9" name="Text 7"/>
          <p:cNvSpPr/>
          <p:nvPr/>
        </p:nvSpPr>
        <p:spPr>
          <a:xfrm>
            <a:off x="5440680" y="2011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does and does not show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40680" y="256032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that the topics separate cleanly in meaning at this size.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show quality on your real documents. Those are not in the test, on purpose.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files were generated, so they are easier than real ones. We say so in the report.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harder test on real documents is the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HONEST LIMITS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DreamOS is weaker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24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737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One-word questions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463040" y="2148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notes” can rank a file that only mentions a meeting above the real notes. We show such results as guesses, and never open a guess.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175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Borderline wording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1463040" y="3291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 sometimes misreads the intent of a sentence. Measured on new phrasings: 88% correct.</a:t>
            </a:r>
            <a:endParaRPr lang="en-US" sz="15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605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4023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large folders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1463040" y="4434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steps still grow with the square of the file count. Fine for thousands of files; tens of thousands would need a better method.</a:t>
            </a:r>
            <a:endParaRPr lang="en-US" sz="15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0352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5166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computer, Windows only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46304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for several users, phones, or syncing between machines.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delivered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working modules, tested end to end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check you can run yourself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at 5,000 files, with the weak spots reported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defects found and fixed during testing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0" y="1828800"/>
            <a:ext cx="4754880" cy="3840480"/>
          </a:xfrm>
          <a:prstGeom prst="roundRect">
            <a:avLst>
              <a:gd name="adj" fmla="val 285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223760" y="260604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documents, with consent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method for very large folders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documents and images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that includes the AI models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Plain-English glossary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numbers that stands for the meaning of a piece of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database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that finds the nearest meaning-points quickly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of which files are linked, and why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model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model that runs on this computer, with no internet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Cosine similarity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two meaning-points are, from 0 (unrelated) to 1 (the same)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 linkage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922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group files that avoids joining two groups by one weak link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737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9260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live demo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github.com/zaidwhy/dreamos-college-project  (private, available to examiners)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DreamOS - Final Project Monitoring</dc:title>
  <dc:subject>PptxGenJS Presentation</dc:subject>
  <dc:creator>Zaid Ali Syed, Om Vyas, Krushna Kadam</dc:creator>
  <cp:lastModifiedBy>Zaid Ali Syed, Om Vyas, Krushna Kadam</cp:lastModifiedBy>
  <cp:revision>1</cp:revision>
  <dcterms:created xsi:type="dcterms:W3CDTF">2026-10-06T14:33:37Z</dcterms:created>
  <dcterms:modified xsi:type="dcterms:W3CDTF">2026-10-06T14:33:37Z</dcterms:modified>
</cp:coreProperties>
</file>