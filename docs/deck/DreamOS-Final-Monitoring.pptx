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5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F5FF"/>
                </a:solidFill>
                <a:latin typeface="Arial"/>
              </a:rPr>
              <a:t>Rebuilding the file-relationship map (seconds,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Knowledge-graph rebuild (seconds)</c:v>
                </c:pt>
              </c:strCache>
            </c:strRef>
          </c:tx>
          <c:spPr>
            <a:solidFill>
              <a:srgbClr val="2DE2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files</c:v>
                  </c:pt>
                  <c:pt idx="1">
                    <c:v>2,000 files</c:v>
                  </c:pt>
                  <c:pt idx="2">
                    <c:v>5,000 files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1.3</c:v>
                </c:pt>
                <c:pt idx="2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F2F5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8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76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8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2F5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2F5FF"/>
                </a:solidFill>
                <a:latin typeface="Arial"/>
              </a:rPr>
              <a:t>Rebuilding the file-relationship map (seconds; the original was not run at 5,000)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FF6B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2,000 files</c:v>
                  </c:pt>
                  <c:pt idx="1">
                    <c:v>5,000 files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246.1</c:v>
                </c:pt>
                <c:pt idx="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1: vectorised</c:v>
                </c:pt>
              </c:strCache>
            </c:strRef>
          </c:tx>
          <c:spPr>
            <a:solidFill>
              <a:srgbClr val="FFB54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2,000 files</c:v>
                  </c:pt>
                  <c:pt idx="1">
                    <c:v>5,000 files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24.8</c:v>
                </c:pt>
                <c:pt idx="1">
                  <c:v>143.3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Step 2: final</c:v>
                </c:pt>
              </c:strCache>
            </c:strRef>
          </c:tx>
          <c:spPr>
            <a:solidFill>
              <a:srgbClr val="2DE2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2,000 files</c:v>
                  </c:pt>
                  <c:pt idx="1">
                    <c:v>5,000 files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1.3</c:v>
                </c:pt>
                <c:pt idx="1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8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7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8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EB8E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5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2F5FF"/>
                </a:solidFill>
                <a:latin typeface="Arial"/>
              </a:rPr>
              <a:t>Share of questions where the right file is ranked first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 shares a word with the file (26)</c:v>
                </c:pt>
              </c:strCache>
            </c:strRef>
          </c:tx>
          <c:spPr>
            <a:solidFill>
              <a:srgbClr val="6EC8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Filename match</c:v>
                  </c:pt>
                  <c:pt idx="1">
                    <c:v>Keyword index (BM25)</c:v>
                  </c:pt>
                  <c:pt idx="2">
                    <c:v>Embeddings only</c:v>
                  </c:pt>
                  <c:pt idx="3">
                    <c:v>DreamOS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0.77</c:v>
                </c:pt>
                <c:pt idx="2">
                  <c:v>0.92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shared word (10)</c:v>
                </c:pt>
              </c:strCache>
            </c:strRef>
          </c:tx>
          <c:spPr>
            <a:solidFill>
              <a:srgbClr val="FFB54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Filename match</c:v>
                  </c:pt>
                  <c:pt idx="1">
                    <c:v>Keyword index (BM25)</c:v>
                  </c:pt>
                  <c:pt idx="2">
                    <c:v>Embeddings only</c:v>
                  </c:pt>
                  <c:pt idx="3">
                    <c:v>DreamOS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0.9</c:v>
                </c:pt>
                <c:pt idx="3">
                  <c:v>0.8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8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2A37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8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EB8E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2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2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82296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915400" y="5486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C:\Users\Asus\projects\DreamOS\docs\assets\mgm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85800"/>
            <a:ext cx="2377440" cy="1357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DreamOS</a:t>
            </a:r>
            <a:endParaRPr lang="en-US" sz="8800" dirty="0"/>
          </a:p>
        </p:txBody>
      </p:sp>
      <p:sp>
        <p:nvSpPr>
          <p:cNvPr id="6" name="Text 2"/>
          <p:cNvSpPr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files by what they are about, not by what they are called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8580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B.Tech Project  |  Final Monitoring, 14 October 2026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" y="5394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Ali Syed (2305139)   Om Vyas (2305170)   Krushna Kadam (2305165)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Minakshi R. Rajput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Information and Communication Technology, MGM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computer has a folder like this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final_final_v3.txt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201168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Untitled document.txt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8036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CV2.txt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265176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88036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scan0007.txt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4904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backup_of_backup.txt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044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74904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new_doc_2026_03_11.txt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1772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0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43891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4617720"/>
            <a:ext cx="54864" cy="2286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4480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important_dont_delete.txt</a:t>
            </a:r>
            <a:endParaRPr lang="en-US" sz="1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0"/>
            <a:ext cx="640080" cy="6400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77824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the resume I sent to the company?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B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Computers find files by name. People remember what a file is about.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you could just ask?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151C3D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E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“find my invoices”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“open the second one”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“what is related to my resume?”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finds, opens and groups the files for you - on your own computer.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 a librarian who has read every book in your house, and never tells anyone what is on your shelves.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cloud. No account. No uploads.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things we set out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by meaning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files by what they say, not what they are named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96596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requests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0916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that works out whether you want to find, open, relate or organise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38160" y="1737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38160" y="196596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011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 safely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5820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and sort files, and undo every move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420624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519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connections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6012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files belong together, and why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389120" y="39776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89120" y="420624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25196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 the chat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470916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follow-up questions like “open it” work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138160" y="39776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38160" y="420624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25196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256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data private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845820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send files or questions to a server, and prove it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already exists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82296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Search and Spotlight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words in a query against the words in a file. A query has to share vocabulary with the file.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474720"/>
            <a:ext cx="54864" cy="822960"/>
          </a:xfrm>
          <a:prstGeom prst="rect">
            <a:avLst/>
          </a:prstGeom>
          <a:solidFill>
            <a:srgbClr val="6EC8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375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fast, but only looks at file names.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937760"/>
            <a:ext cx="54864" cy="82296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00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LSFS (ICLR 2025 paper)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212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that searching files by meaning works at the operating-system level, but it is built for AI agents that call an API, not for a person typing.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come from research on word and sentence meaning: Mikolov et al. (word vectors) and Reimers and Gurevych (Sentence-BERT). Plain version: each sentence becomes a point on a map, and similar sentences land close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RESEARCH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existing work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22960" cy="82296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machines, not people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Meaning-based search is shown as an API for software agents. Nobody offers one simple box for a person that finds and acts.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822960" cy="82296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is promised, not shown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show, in a way you can check, that no data leaves the computer.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limits are rarely reported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5257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everyday queries and large folders are where meaning search breaks. We measure both and report what we find.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DreamOS works, in four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54864" cy="33832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Read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cut into pieces. A local AI model turns each piece into a point on the meaning map.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18688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7472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057400"/>
            <a:ext cx="54864" cy="33832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1031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Index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74904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and the file details are stored on your computer, in two local databases.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053328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30936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057400"/>
            <a:ext cx="54864" cy="33832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Understand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58368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is worked out: find, open, relate, organise, or suggest workspaces.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887968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14400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0" y="2057400"/>
            <a:ext cx="54864" cy="338328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210312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Answer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41832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cards with the best files, the reason they matched, and buttons to act on them.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runs on one computer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151C3D">
              <a:alpha val="85000"/>
            </a:srgbClr>
          </a:solidFill>
          <a:ln w="12700">
            <a:solidFill>
              <a:srgbClr val="2A3766"/>
            </a:solidFill>
            <a:prstDash val="solid"/>
          </a:ln>
        </p:spPr>
      </p:sp>
      <p:pic>
        <p:nvPicPr>
          <p:cNvPr id="6" name="Image 0" descr="C:\Users\Asus\projects\DreamOS\docs\diagrams\01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76" y="1783080"/>
            <a:ext cx="829896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DIAGRAMS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request flows through the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151C3D">
              <a:alpha val="85000"/>
            </a:srgbClr>
          </a:solidFill>
          <a:ln w="12700">
            <a:solidFill>
              <a:srgbClr val="2A3766"/>
            </a:solidFill>
            <a:prstDash val="solid"/>
          </a:ln>
        </p:spPr>
      </p:sp>
      <p:pic>
        <p:nvPicPr>
          <p:cNvPr id="6" name="Image 0" descr="C:\Users\Asus\projects\DreamOS\docs\diagrams\04_dfd_level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78406"/>
            <a:ext cx="10698480" cy="3507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DIAGRAMS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follow-up question, step by step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223760" cy="4663440"/>
          </a:xfrm>
          <a:prstGeom prst="roundRect">
            <a:avLst>
              <a:gd name="adj" fmla="val 2941"/>
            </a:avLst>
          </a:prstGeom>
          <a:solidFill>
            <a:srgbClr val="151C3D">
              <a:alpha val="85000"/>
            </a:srgbClr>
          </a:solidFill>
          <a:ln w="12700">
            <a:solidFill>
              <a:srgbClr val="2A3766"/>
            </a:solidFill>
            <a:prstDash val="solid"/>
          </a:ln>
        </p:spPr>
      </p:sp>
      <p:pic>
        <p:nvPicPr>
          <p:cNvPr id="6" name="Image 0" descr="C:\Users\Asus\projects\DreamOS\docs\diagrams\10_sequence_follow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755648"/>
            <a:ext cx="6450676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0" y="182880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for invoices; the answer is remembered with the files it showed.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the second one” is worked out from that memory, not guessed.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opens the file, and the choice is saved for next time.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DIAGRAMS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users can do, and how the data fits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4864" cy="4206240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7" name="Image 0" descr="C:\Users\Asus\projects\DreamOS\docs\diagrams\05_use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97380"/>
            <a:ext cx="475488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1645920"/>
            <a:ext cx="5669280" cy="4663440"/>
          </a:xfrm>
          <a:prstGeom prst="roundRect">
            <a:avLst>
              <a:gd name="adj" fmla="val 2353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874520"/>
            <a:ext cx="54864" cy="4206240"/>
          </a:xfrm>
          <a:prstGeom prst="rect">
            <a:avLst/>
          </a:prstGeom>
          <a:solidFill>
            <a:srgbClr val="FFB547"/>
          </a:solidFill>
          <a:ln/>
        </p:spPr>
      </p:sp>
      <p:pic>
        <p:nvPicPr>
          <p:cNvPr id="10" name="Image 1" descr="C:\Users\Asus\projects\DreamOS\docs\diagrams\08_er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54555"/>
            <a:ext cx="5303520" cy="3646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modules, each with one job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you want from a plain sentence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011680"/>
            <a:ext cx="54864" cy="155448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files close in meaning, and says when it is only a guess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01168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1248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categories and tags, moves files, and can undo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251960"/>
            <a:ext cx="54864" cy="155448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files that are similar, that name each other, or share tags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251960"/>
            <a:ext cx="54864" cy="155448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6344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5166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chat so follow-ups make sense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38160" y="4023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251960"/>
            <a:ext cx="54864" cy="155448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12480" y="5166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groups of related files and opens them together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1 - MEANING AS LOCATION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 files sit close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text becomes a list of 768 numbers, a location on a very large map.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about the same thing land near each other, even with no words in common.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file = finding the nearest points to your question.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comparison: a library shelved by subject, not by the author's surname.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846320" cy="4023360"/>
          </a:xfrm>
          <a:prstGeom prst="roundRect">
            <a:avLst>
              <a:gd name="adj" fmla="val 272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2057400"/>
            <a:ext cx="54864" cy="356616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“find something about a meeting”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0" y="32918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the team notes, though the file names say nothing about meetings.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4937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very short queries are harder, and we measure that in the results section.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2 - CONNECTIONS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map of how your files relate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223760" cy="4663440"/>
          </a:xfrm>
          <a:prstGeom prst="roundRect">
            <a:avLst>
              <a:gd name="adj" fmla="val 2941"/>
            </a:avLst>
          </a:prstGeom>
          <a:solidFill>
            <a:srgbClr val="151C3D"/>
          </a:solidFill>
          <a:ln w="12700">
            <a:solidFill>
              <a:srgbClr val="2A3766"/>
            </a:solidFill>
            <a:prstDash val="solid"/>
          </a:ln>
        </p:spPr>
      </p:sp>
      <p:pic>
        <p:nvPicPr>
          <p:cNvPr id="6" name="Image 0" descr="C:\Users\Asus\projects\DreamOS\docs\screenshots\ui-knowledge-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" y="1783080"/>
            <a:ext cx="5618074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0" y="1828800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link: similar content, one file names another, shared tags.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keeps only its strongest links, so the picture stays readable.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file to see what it is connected to, and why.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3 -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 questions just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0" y="1737360"/>
            <a:ext cx="5943600" cy="868680"/>
          </a:xfrm>
          <a:prstGeom prst="roundRect">
            <a:avLst>
              <a:gd name="adj" fmla="val 15789"/>
            </a:avLst>
          </a:prstGeom>
          <a:solidFill>
            <a:srgbClr val="1B3A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206654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my invoices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5943600" cy="868680"/>
          </a:xfrm>
          <a:prstGeom prst="roundRect">
            <a:avLst>
              <a:gd name="adj" fmla="val 15789"/>
            </a:avLst>
          </a:prstGeom>
          <a:solidFill>
            <a:srgbClr val="151C3D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181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2 file(s) matching ‘invoices’.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0" y="3840480"/>
            <a:ext cx="5943600" cy="868680"/>
          </a:xfrm>
          <a:prstGeom prst="roundRect">
            <a:avLst>
              <a:gd name="adj" fmla="val 15789"/>
            </a:avLst>
          </a:prstGeom>
          <a:solidFill>
            <a:srgbClr val="1B3A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416966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second one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5943600" cy="868680"/>
          </a:xfrm>
          <a:prstGeom prst="roundRect">
            <a:avLst>
              <a:gd name="adj" fmla="val 15789"/>
            </a:avLst>
          </a:prstGeom>
          <a:solidFill>
            <a:srgbClr val="151C3D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65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2212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recieved_payment.txt...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hard: a computer has to know that “the second one” refers to the list it showed a moment ago. We decide that with rules first, and use the AI model only as a last resort.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4 - PRIVACY YOU CAN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leaves this computer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16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8745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tells you where it sends requests. Right now the answer is: only to this computer.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429000"/>
            <a:ext cx="54864" cy="219456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E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app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38404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 tab lists every service DreamOS talks 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marks each one as “this computer only” or “another computer”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points it at a remote model, the warning turns red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09360" y="320040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3429000"/>
            <a:ext cx="54864" cy="219456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Checking it yourself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3680" y="38404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netstat -ano  in a terminal. The DreamOS service listens on 127.0.0.1 only, which means it cannot be reached from another computer.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 built with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310896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28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470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app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389120" y="18470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Tauri (a small native window)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33472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862072"/>
            <a:ext cx="54864" cy="310896"/>
          </a:xfrm>
          <a:prstGeom prst="rect">
            <a:avLst/>
          </a:prstGeom>
          <a:solidFill>
            <a:srgbClr val="9B8C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38912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FastAPI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" y="3529584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758184"/>
            <a:ext cx="54864" cy="310896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8503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639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389120" y="36393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running nomic-embed-text (meaning) and llama3.2 (understanding)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40080" y="4425696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4654296"/>
            <a:ext cx="54864" cy="310896"/>
          </a:xfrm>
          <a:prstGeom prst="rect">
            <a:avLst/>
          </a:prstGeom>
          <a:solidFill>
            <a:srgbClr val="9B8C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8114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535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4389120" y="453542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details and history; ChromaDB for meaning vectors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321808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5550408"/>
            <a:ext cx="54864" cy="310896"/>
          </a:xfrm>
          <a:prstGeom prst="rect">
            <a:avLst/>
          </a:prstGeom>
          <a:solidFill>
            <a:srgbClr val="2DE2C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77256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431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4389120" y="54315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with 123 automated tests; GitHub Actions on every push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THE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user sees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51C3D"/>
          </a:solidFill>
          <a:ln w="12700">
            <a:solidFill>
              <a:srgbClr val="2A3766"/>
            </a:solidFill>
            <a:prstDash val="solid"/>
          </a:ln>
        </p:spPr>
      </p:sp>
      <p:pic>
        <p:nvPicPr>
          <p:cNvPr id="6" name="Image 0" descr="C:\Users\Asus\projects\DreamOS\docs\screenshots\ui-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783080"/>
            <a:ext cx="4681728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 in plain words; cards show why each file matched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51C3D"/>
          </a:solidFill>
          <a:ln w="12700">
            <a:solidFill>
              <a:srgbClr val="2A3766"/>
            </a:solidFill>
            <a:prstDash val="solid"/>
          </a:ln>
        </p:spPr>
      </p:sp>
      <p:pic>
        <p:nvPicPr>
          <p:cNvPr id="9" name="Image 1" descr="C:\Users\Asus\projects\DreamOS\docs\screenshots\ui-workspac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783080"/>
            <a:ext cx="4681728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Workspaces: suggested groups, one click to create and open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checked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7280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77724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checks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0" y="1874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at a time: does the ranking, the memory rule and the reversal work?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automated tests, run offline in under a minute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7280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429000"/>
            <a:ext cx="54864" cy="77724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Joined-up checks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3337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together: index a folder, search it, organise it, undo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the real AI models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97280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892040"/>
            <a:ext cx="54864" cy="777240"/>
          </a:xfrm>
          <a:prstGeom prst="rect">
            <a:avLst/>
          </a:prstGeom>
          <a:solidFill>
            <a:srgbClr val="FF6B8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app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4800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window itself, driven like a user would drive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4800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and checked inside the running app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LARGE-SCALE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Could it cope with a real-sized folder?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generated fake but realistic folders: 500, 2,000 and 5,000 files.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topics: invoices, recipes, research notes, code, and more.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files also carry a sentence from another topic, to make it harder.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AI models did the work, on an ordinary laptop with no graphics card.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next slides comes from one script, which anyone can rerun.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057400"/>
            <a:ext cx="54864" cy="356616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we asked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0" y="2560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my folder has five thousand files, will I wait minutes for an answer?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 the map of 5,000 files takes 3.2 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21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737360"/>
            <a:ext cx="4572000" cy="4389120"/>
          </a:xfrm>
          <a:prstGeom prst="roundRect">
            <a:avLst>
              <a:gd name="adj" fmla="val 2500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1965960"/>
            <a:ext cx="54864" cy="393192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E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276.3 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406640" y="2834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index 5,000 files (about 18 files every second)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0664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34.5 ms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406640" y="4480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search time at 500 files; 204.7 ms at 5,000 files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and after fixing what the tests exposed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78308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embedding call waited about one second. The cause: the name "localhost" was tried over IPv6 first. Fix: use 127.0.0.1. Measured: about 1 s down to about 15 ms per call.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map grew with the square of the file count. Step 1 vectorised it; then profiling showed 98% of the remaining time was one all-pairs check. Step 2 replaced it. Same links, 143.3 s down to 3.2 s at 5,000 files, with tests that the answers are unchanged.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about a new topic was answered with an old result. Fix: direct evidence now wins over the AI's guess, with a test that fails on the old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answer the right one?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E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5 answers are on the right topic, on the 5,000-file 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057400"/>
            <a:ext cx="54864" cy="356616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2011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does and does not show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25603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that the topics separate cleanly in meaning at this size.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show quality on your real documents. Those are not in the test, on purpose.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 were generated, so they are easier than real ones. We say so in the report.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harder test on real documents is the next step.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meaning beat keywords? We measured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37360"/>
            <a:ext cx="4023360" cy="4389120"/>
          </a:xfrm>
          <a:prstGeom prst="roundRect">
            <a:avLst>
              <a:gd name="adj" fmla="val 272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0" y="1965960"/>
            <a:ext cx="54864" cy="393192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920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E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955280" y="2743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first-place answers over 36 questions, against 56% for a keyword index and 33% for filename 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 vs 0.00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955280" y="4572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question shares no word with the file, e.g. “present for my mother” finds the list that says “Mom's birthday”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4 - RESULTS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know the results are right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82296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fixed before the run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questions and their correct files were written down first, so the test could not be bent to fit.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65960"/>
            <a:ext cx="54864" cy="822960"/>
          </a:xfrm>
          <a:prstGeom prst="rect">
            <a:avLst/>
          </a:prstGeom>
          <a:solidFill>
            <a:srgbClr val="6EC8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split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computer, not us, sorted questions into “shares a word” and “no shared word”.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29000"/>
            <a:ext cx="54864" cy="82296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bars shown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758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set, so every score has a 95% interval; the report states the gaps that are not significant.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429000"/>
            <a:ext cx="54864" cy="82296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Fixes proved, not assumed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6758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speed-up was checked against the original code on random data and produces identical results.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92040"/>
            <a:ext cx="54864" cy="822960"/>
          </a:xfrm>
          <a:prstGeom prst="rect">
            <a:avLst/>
          </a:prstGeom>
          <a:solidFill>
            <a:srgbClr val="FF6B8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Failures listed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misses and one trade-off are reported, not hidden.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892040"/>
            <a:ext cx="54864" cy="82296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checkable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5138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run netstat and see the service only listens on this computer.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5 - 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DreamOS is weaker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26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One-word questions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2148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“meeting notes” can rank a file that only mentions a meeting above the real notes. We show such results as guesses, and never open a guess.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880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Borderline wording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46304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3-billion-parameter model sometimes misreads the intent of a sentence. Measured on new phrasings: 88% correct.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05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023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Very large folders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463040" y="4434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every file with every other uses memory that grows with the square of the file count (about 200 MB at 5,000 files). Fine for thousands; tens of thousands would need an approximate method.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035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computer, Windows only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46304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several users, phones, or syncing between machines.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5 -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delivered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working modules, tested end to end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 check you can run yourself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at 5,000 files, with the weak spots reported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keyword search: 94% vs 56% first-place answers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defects found by testing and fixed, each with a test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0" y="1828800"/>
            <a:ext cx="4754880" cy="3840480"/>
          </a:xfrm>
          <a:prstGeom prst="roundRect">
            <a:avLst>
              <a:gd name="adj" fmla="val 285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057400"/>
            <a:ext cx="54864" cy="338328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E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606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documents, with consent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method for very large folders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documents and images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that includes the AI models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5 -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contribution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3931920"/>
          </a:xfrm>
          <a:prstGeom prst="rect">
            <a:avLst/>
          </a:prstGeom>
          <a:solidFill>
            <a:srgbClr val="2DE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Zaid Ali Syed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2305139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all six modules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(Tauri + React) and the privacy audit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benchmark, retrieval comparison and the performance fixes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and the technical report content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965960"/>
            <a:ext cx="54864" cy="393192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 Vyas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2305170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evaluation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and checking search quality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results against expected answers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965960"/>
            <a:ext cx="54864" cy="393192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Krushna Kadam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2305165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8346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presentation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formatting and structure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and review of the final deliverables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Minakshi R. Rajput. All three members took part in design discussions, demo rehearsal and review.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Plain-English glossary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 |  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7772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 that stands for the meaning of a piece of 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65960"/>
            <a:ext cx="54864" cy="7772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database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that finds the nearest meaning-points quickly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29000"/>
            <a:ext cx="54864" cy="7772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which files are linked, and why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429000"/>
            <a:ext cx="54864" cy="7772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model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that runs on this computer, with no internet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92040"/>
            <a:ext cx="54864" cy="7772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two meaning-points are, from 0 (unrelated) to 1 (the same)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151C3D">
              <a:alpha val="78000"/>
            </a:srgbClr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892040"/>
            <a:ext cx="54864" cy="7772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linkage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9224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group files that avoids joining two groups by one weak link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373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F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live demo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github.com/zaidwhy/dreamos-college-project  (private, available to examiners)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DreamOS - Final Project Monitoring</dc:title>
  <dc:subject>PptxGenJS Presentation</dc:subject>
  <dc:creator>Zaid Ali Syed, Om Vyas, Krushna Kadam</dc:creator>
  <cp:lastModifiedBy>Zaid Ali Syed, Om Vyas, Krushna Kadam</cp:lastModifiedBy>
  <cp:revision>1</cp:revision>
  <dcterms:created xsi:type="dcterms:W3CDTF">2026-10-14T05:26:23Z</dcterms:created>
  <dcterms:modified xsi:type="dcterms:W3CDTF">2026-10-14T05:26:23Z</dcterms:modified>
</cp:coreProperties>
</file>