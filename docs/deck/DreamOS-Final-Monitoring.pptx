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2F5F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F2F5FF"/>
                </a:solidFill>
                <a:latin typeface="Arial"/>
              </a:rPr>
              <a:t>Rebuilding the file-relationship map (seconds, 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Knowledge-graph rebuild (seconds)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500 files</c:v>
                  </c:pt>
                  <c:pt idx="1">
                    <c:v>2,000 files</c:v>
                  </c:pt>
                  <c:pt idx="2">
                    <c:v>5,000 files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1.7</c:v>
                </c:pt>
                <c:pt idx="1">
                  <c:v>24.8</c:v>
                </c:pt>
                <c:pt idx="2">
                  <c:v>143.3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rgbClr val="FF6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246.1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rgbClr val="2DE2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2F5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Knowledge-graph rebuild at 2,000 files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2F5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76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EB8E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AEB8E6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9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DreamOS</a:t>
            </a:r>
            <a:endParaRPr lang="en-US" sz="8800" dirty="0"/>
          </a:p>
        </p:txBody>
      </p:sp>
      <p:sp>
        <p:nvSpPr>
          <p:cNvPr id="4" name="Text 1"/>
          <p:cNvSpPr/>
          <p:nvPr/>
        </p:nvSpPr>
        <p:spPr>
          <a:xfrm>
            <a:off x="68580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files by what they are about, not by what they are called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85800" y="3886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Year B.Tech Project  |  Final Monitoring, 13 October 2026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5669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Zaid Ali Syed (2305139)   Om Vyas (2305170)   Krushna Kadam (2305165)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Information and Communication Technology, MGM University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computer has a folder like this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final_final_v3.txt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78308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201168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8745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Untitled document.txt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CV2.txt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288036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2743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scan0007.txt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backup_of_backup.txt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46320" y="352044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74904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2" name="Text 20"/>
          <p:cNvSpPr/>
          <p:nvPr/>
        </p:nvSpPr>
        <p:spPr>
          <a:xfrm>
            <a:off x="5120640" y="36118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new_doc_2026_03_11.txt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notes.txt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846320" y="4389120"/>
            <a:ext cx="4023360" cy="685800"/>
          </a:xfrm>
          <a:prstGeom prst="roundRect">
            <a:avLst>
              <a:gd name="adj" fmla="val 160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46320" y="4617720"/>
            <a:ext cx="54864" cy="22860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44805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F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important_dont_delete.txt</a:t>
            </a:r>
            <a:endParaRPr lang="en-US" sz="15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828800"/>
            <a:ext cx="640080" cy="64008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778240" y="26060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the resume I sent to the company?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EB8E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Computers find files by name. People remember what a file is about.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THE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if you could just ask?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4206240"/>
          </a:xfrm>
          <a:prstGeom prst="roundRect">
            <a:avLst>
              <a:gd name="adj" fmla="val 326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my invoices”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“open the second one”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7947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“what is related to my resume?”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finds, opens and groups the files for you - on your own computer.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 a librarian who has read every book in your house, and never tells anyone what is on your shelves.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92240" y="44805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cloud. No account. No uploads.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1 -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things we set out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by meaning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files by what they say, not what they are named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38912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8912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01168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 requests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70916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box that works out whether you want to find, open, relate or organise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138160" y="1737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38160" y="1965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5256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 safely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458200" y="26517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and sort files, and undo every move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4008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251960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 connections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96012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which files belong together, and why</a:t>
            </a:r>
            <a:endParaRPr lang="en-US" sz="1500" dirty="0"/>
          </a:p>
        </p:txBody>
      </p:sp>
      <p:sp>
        <p:nvSpPr>
          <p:cNvPr id="25" name="Shape 19"/>
          <p:cNvSpPr/>
          <p:nvPr/>
        </p:nvSpPr>
        <p:spPr>
          <a:xfrm>
            <a:off x="438912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38912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4251960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30352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Remember the chat</a:t>
            </a:r>
            <a:endParaRPr lang="en-US" sz="1800" dirty="0"/>
          </a:p>
        </p:txBody>
      </p:sp>
      <p:sp>
        <p:nvSpPr>
          <p:cNvPr id="29" name="Text 22"/>
          <p:cNvSpPr/>
          <p:nvPr/>
        </p:nvSpPr>
        <p:spPr>
          <a:xfrm>
            <a:off x="470916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follow-up questions like “open it” work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8138160" y="397764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138160" y="420624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4251960"/>
            <a:ext cx="457200" cy="45720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52560" y="4297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data private</a:t>
            </a:r>
            <a:endParaRPr lang="en-US" sz="1800" dirty="0"/>
          </a:p>
        </p:txBody>
      </p:sp>
      <p:sp>
        <p:nvSpPr>
          <p:cNvPr id="34" name="Text 26"/>
          <p:cNvSpPr/>
          <p:nvPr/>
        </p:nvSpPr>
        <p:spPr>
          <a:xfrm>
            <a:off x="845820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 files or questions to a server, and prove it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LITERATURE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already exists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8229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Windows Search and Spotlight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2860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words in a query against the words in a file. A query has to share vocabulary with the file.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474720"/>
            <a:ext cx="54864" cy="822960"/>
          </a:xfrm>
          <a:prstGeom prst="rect">
            <a:avLst/>
          </a:prstGeom>
          <a:solidFill>
            <a:srgbClr val="6EC8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33756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7490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Extremely fast, but only looks at file names.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937760"/>
            <a:ext cx="54864" cy="8229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0060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LSFS (ICLR 2025 paper)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212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that searching files by meaning works at the operating-system level, but it is built for AI agents that call an API, not for a person typing.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come from research on word and sentence meaning: Mikolov et al. (word vectors) and Reimers and Gurevych (Sentence-BERT). Plain version: each sentence becomes a point on a map, and similar sentences land close together.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2 - RESEARCH GAPS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existing work stops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machines, not people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3317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search is shown as an API for software agents. Nobody offers one simple box for a person that finds and acts.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38328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383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Privacy is promised, not shown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7947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systems show, in a way you can check, that no data leaves the computer.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846320"/>
            <a:ext cx="822960" cy="822960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846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08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828800" y="47548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limits are rarely reported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828800" y="52578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everyday queries and large folders are where meaning search breaks. We measure both and report what we find.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DreamOS works, in four steps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Read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is cut into pieces. A local AI model turns each piece into a point on the meaning map.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1868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47472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10312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Index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374904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points and the file details are stored on your computer, in two local databases.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05332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630936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0936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2103120"/>
            <a:ext cx="640080" cy="6400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8368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Understand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658368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question is worked out: find, open, relate, organise, or suggest workspaces.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887968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9144000" y="182880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44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2103120"/>
            <a:ext cx="640080" cy="6400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418320" y="2926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Answer</a:t>
            </a:r>
            <a:endParaRPr lang="en-US" sz="2000" dirty="0"/>
          </a:p>
        </p:txBody>
      </p:sp>
      <p:sp>
        <p:nvSpPr>
          <p:cNvPr id="27" name="Text 21"/>
          <p:cNvSpPr/>
          <p:nvPr/>
        </p:nvSpPr>
        <p:spPr>
          <a:xfrm>
            <a:off x="9418320" y="3474720"/>
            <a:ext cx="2148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cards with the best files, the reason they matched, and buttons to act on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runs on one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4572000"/>
          </a:xfrm>
          <a:prstGeom prst="roundRect">
            <a:avLst>
              <a:gd name="adj" fmla="val 3000"/>
            </a:avLst>
          </a:prstGeom>
          <a:solidFill>
            <a:srgbClr val="151C3D">
              <a:alpha val="85000"/>
            </a:srgbClr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diagrams\01_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76" y="1783080"/>
            <a:ext cx="8298968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MODULES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 modules, each with one job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Understanding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you want from a plain sentence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01168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6344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files close in meaning, and says when it is only a guess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201168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19659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412480" y="2514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Organiser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412480" y="2926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categories and tags, moves files, and can undo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Connections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files that are similar, that name each other, or share tags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38912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4251960"/>
            <a:ext cx="54864" cy="15544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466344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Memory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66344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the chat so follow-ups make sense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474720" cy="2011680"/>
          </a:xfrm>
          <a:prstGeom prst="roundRect">
            <a:avLst>
              <a:gd name="adj" fmla="val 5455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38160" y="4251960"/>
            <a:ext cx="54864" cy="155448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Workspaces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412480" y="51663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groups of related files and opens them together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1 - MEANING AS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 files sit close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text becomes a list of 768 numbers, a location on a very large map.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near each other, even with no words in common.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 file = finding the nearest points to your question.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comparison: a library shelved by subject, not by the author's surname.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766560" y="1828800"/>
            <a:ext cx="484632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0" y="20574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real example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132320" y="25603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“find something about a meeting”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132320" y="32918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the team notes, though the file names say nothing about meetings.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132320" y="4937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very short queries are harder, and we measure that on slides 20 and 21.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2 - CONNECTIONS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map of how your files relate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7223760" cy="4663440"/>
          </a:xfrm>
          <a:prstGeom prst="roundRect">
            <a:avLst>
              <a:gd name="adj" fmla="val 2941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knowledge-grap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83" y="1783080"/>
            <a:ext cx="5618074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1828800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link: similar content, one file names another, shared tags.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file keeps only its strongest links, so the picture stays readable.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any file to see what it is connected to, and why.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3 - MEMORY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Follow-up questions just work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0" y="173736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0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my invoices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78892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62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1810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2 file(s) matching ‘invoices’.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0" y="384048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B3A48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16966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second 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5943600" cy="868680"/>
          </a:xfrm>
          <a:prstGeom prst="roundRect">
            <a:avLst>
              <a:gd name="adj" fmla="val 15789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2212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recieved_payment.txt...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hard: a computer has to know that “the second one” refers to the list it showed a moment ago. We decide that with rules first, and use the AI model only as a last resort.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 4 - PRIVACY YOU CAN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leaves this computer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13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18745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app tells you where it sends requests. Right now the answer is: only to this computer.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429000"/>
            <a:ext cx="54864" cy="219456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Inside the app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0584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tab lists every service DreamOS talks to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marks each one as “this computer only” or “another computer”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points it at a remote model, the warning turns red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3200400"/>
            <a:ext cx="5303520" cy="2651760"/>
          </a:xfrm>
          <a:prstGeom prst="roundRect">
            <a:avLst>
              <a:gd name="adj" fmla="val 4138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09360" y="3429000"/>
            <a:ext cx="54864" cy="21945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3" name="Text 10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Checking it yourself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583680" y="384048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netstat -ano  in a terminal. The DreamOS service listens on 127.0.0.1 only, which means it cannot be reached from another computer.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is built with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280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8470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Desktop app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389120" y="18470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Tauri (a small native window)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2633472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862072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889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4592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389120" y="27432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with FastAPI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3529584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0080" y="3758184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685032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639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models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4389120" y="363931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running nomic-embed-text (meaning) and llama3.2 (understanding)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40080" y="4425696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0080" y="4654296"/>
            <a:ext cx="54864" cy="310896"/>
          </a:xfrm>
          <a:prstGeom prst="rect">
            <a:avLst/>
          </a:prstGeom>
          <a:solidFill>
            <a:srgbClr val="9B8C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581144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45920" y="45354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Storage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4389120" y="453542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for details and history; ChromaDB for meaning vectors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40080" y="5321808"/>
            <a:ext cx="10881360" cy="768096"/>
          </a:xfrm>
          <a:prstGeom prst="roundRect">
            <a:avLst>
              <a:gd name="adj" fmla="val 14286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40080" y="5550408"/>
            <a:ext cx="54864" cy="310896"/>
          </a:xfrm>
          <a:prstGeom prst="rect">
            <a:avLst/>
          </a:prstGeom>
          <a:solidFill>
            <a:srgbClr val="2DE2C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77256"/>
            <a:ext cx="457200" cy="45720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45920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900" dirty="0"/>
          </a:p>
        </p:txBody>
      </p:sp>
      <p:sp>
        <p:nvSpPr>
          <p:cNvPr id="29" name="Text 22"/>
          <p:cNvSpPr/>
          <p:nvPr/>
        </p:nvSpPr>
        <p:spPr>
          <a:xfrm>
            <a:off x="4389120" y="543153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with 116 automated tests; GitHub Actions on every push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3 - THE APP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user sees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6" name="Image 0" descr="C:\Users\Asus\projects\DreamOS\docs\screenshots\ui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1783080"/>
            <a:ext cx="4681728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Chat: ask in plain words; cards show why each file matched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1691640"/>
            <a:ext cx="5394960" cy="3840480"/>
          </a:xfrm>
          <a:prstGeom prst="roundRect">
            <a:avLst>
              <a:gd name="adj" fmla="val 2857"/>
            </a:avLst>
          </a:prstGeom>
          <a:solidFill>
            <a:srgbClr val="151C3D"/>
          </a:solidFill>
          <a:ln w="12700">
            <a:solidFill>
              <a:srgbClr val="2A3766"/>
            </a:solidFill>
            <a:prstDash val="solid"/>
          </a:ln>
        </p:spPr>
      </p:sp>
      <p:pic>
        <p:nvPicPr>
          <p:cNvPr id="9" name="Image 1" descr="C:\Users\Asus\projects\DreamOS\docs\screenshots\ui-workspa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1783080"/>
            <a:ext cx="4681728" cy="3657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Workspaces: suggested groups, one click to create and open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we checked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 checks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114800" y="18745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at a time: does the ranking, the memory rule and the reversal work?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0" y="18745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automated tests, run offline in under a minute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Joined-up checks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33375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Pieces together: index a folder, search it, organise it, undo it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686800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against the real AI models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FF6B8B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app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0" y="48006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desktop window itself, driven like a user would drive 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686800" y="48006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B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and checked inside the running app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LARGE-SCALE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Could it cope with a real-sized folder?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6400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generated fake but realistic folders: 500, 2,000 and 5,000 files.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topics: invoices, recipes, research notes, code, and more.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of the files also carry a sentence from another topic, to make it harder.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AI models did the work, on an ordinary laptop with no graphics card.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next slides comes from one script, which anyone can rerun.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80960" y="1828800"/>
            <a:ext cx="3931920" cy="4023360"/>
          </a:xfrm>
          <a:prstGeom prst="roundRect">
            <a:avLst>
              <a:gd name="adj" fmla="val 2791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2057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question we asked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0" y="25603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my folder has five thousand files, will I wait minutes for an answer?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Rebuilding the map of 5,000 files takes two minutes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60350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3"/>
          <p:cNvSpPr/>
          <p:nvPr/>
        </p:nvSpPr>
        <p:spPr>
          <a:xfrm>
            <a:off x="7040880" y="1737360"/>
            <a:ext cx="4572000" cy="4389120"/>
          </a:xfrm>
          <a:prstGeom prst="roundRect">
            <a:avLst>
              <a:gd name="adj" fmla="val 2500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40880" y="1965960"/>
            <a:ext cx="54864" cy="393192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5"/>
          <p:cNvSpPr/>
          <p:nvPr/>
        </p:nvSpPr>
        <p:spPr>
          <a:xfrm>
            <a:off x="740664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446.5 s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2834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index 5,000 files (about 11 files every second)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06640" y="3657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50.7 ms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7406640" y="44805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search time at 500 files; 203.5 ms at 5,000 files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and after fixing what the tests exposed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19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17373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7830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embedding call waited about one second. The cause: the name "localhost" was tried over IPv6 first. Fix: use 127.0.0.1. Measured: about 1 s down to about 15 ms per call.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map grew with the square of the file count. Fix: vectorise it with NumPy, and test that the answers are unchanged.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5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follow-up about a new topic was answered with an old result. Fix: direct evidence now wins over the AI's guess, with a test that fails on the old behaviour.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4 -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answer the right one?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top 5 answers are on the right topic, on the 5,000-file set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120640" y="1828800"/>
            <a:ext cx="6492240" cy="4023360"/>
          </a:xfrm>
          <a:prstGeom prst="roundRect">
            <a:avLst>
              <a:gd name="adj" fmla="val 272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20640" y="2057400"/>
            <a:ext cx="54864" cy="3566160"/>
          </a:xfrm>
          <a:prstGeom prst="rect">
            <a:avLst/>
          </a:prstGeom>
          <a:solidFill>
            <a:srgbClr val="FFB547"/>
          </a:solidFill>
          <a:ln/>
        </p:spPr>
      </p:sp>
      <p:sp>
        <p:nvSpPr>
          <p:cNvPr id="9" name="Text 7"/>
          <p:cNvSpPr/>
          <p:nvPr/>
        </p:nvSpPr>
        <p:spPr>
          <a:xfrm>
            <a:off x="5440680" y="20116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5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this does and does not show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40680" y="2560320"/>
            <a:ext cx="5943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shows that the topics separate cleanly in meaning at this size.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show quality on your real documents. Those are not in the test, on purpose.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files were generated, so they are easier than real ones. We say so in the report.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harder test on real documents is the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HONEST LIMITS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DreamOS is weaker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21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737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One-word questions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463040" y="2148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“meeting notes” can rank a file that only mentions a meeting above the real notes. We show such results as guesses, and never open a guess.</a:t>
            </a:r>
            <a:endParaRPr lang="en-US" sz="15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175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880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Borderline wording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1463040" y="3291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3-billion-parameter model sometimes misreads the intent of a sentence. Measured on new phrasings: 88% correct.</a:t>
            </a:r>
            <a:endParaRPr lang="en-US" sz="15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1605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4023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Very large folders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1463040" y="4434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steps still grow with the square of the file count. Fine for thousands of files; tens of thousands would need a better method.</a:t>
            </a:r>
            <a:endParaRPr lang="en-US" sz="15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0352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63040" y="51663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computer, Windows only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463040" y="55778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designed for several users, phones, or syncing between machines.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5 -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delivered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5669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working modules, tested end to end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check you can run yourself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at 5,000 files, with the weak spots reported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9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defects found and fixed during testing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0" y="1828800"/>
            <a:ext cx="4754880" cy="3840480"/>
          </a:xfrm>
          <a:prstGeom prst="roundRect">
            <a:avLst>
              <a:gd name="adj" fmla="val 2857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0" y="2057400"/>
            <a:ext cx="54864" cy="3383280"/>
          </a:xfrm>
          <a:prstGeom prst="rect">
            <a:avLst/>
          </a:prstGeom>
          <a:solidFill>
            <a:srgbClr val="2DE2C4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0" y="20574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E2C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scope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223760" y="260604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real documents, with consent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method for very large folders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documents and images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F2F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that includes the AI models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Plain-English glossary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DreamOS  |  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numbers that stands for the meaning of a piece of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96596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database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92240" y="22402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 that finds the nearest meaning-points quickly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440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of which files are linked, and why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342900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33101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model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92240" y="37033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model that runs on this computer, with no internet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Cosine similarity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1440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two meaning-points are, from 0 (unrelated) to 1 (the same)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17920" y="4663440"/>
            <a:ext cx="5303520" cy="1234440"/>
          </a:xfrm>
          <a:prstGeom prst="roundRect">
            <a:avLst>
              <a:gd name="adj" fmla="val 8889"/>
            </a:avLst>
          </a:prstGeom>
          <a:solidFill>
            <a:srgbClr val="151C3D">
              <a:alpha val="78000"/>
            </a:srgbClr>
          </a:solidFill>
          <a:ln w="12700">
            <a:solidFill>
              <a:srgbClr val="2A37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892040"/>
            <a:ext cx="54864" cy="777240"/>
          </a:xfrm>
          <a:prstGeom prst="rect">
            <a:avLst/>
          </a:prstGeom>
          <a:solidFill>
            <a:srgbClr val="9B8C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 linkage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492240" y="516636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to group files that avoids joining two groups by one weak link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737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9260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F5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640080" y="4023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DE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live demo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github.com/zaidwhy/dreamos-college-project  (private, available to examiners)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DreamOS - Final Project Monitoring</dc:title>
  <dc:subject>PptxGenJS Presentation</dc:subject>
  <dc:creator>Zaid Ali Syed, Om Vyas, Krushna Kadam</dc:creator>
  <cp:lastModifiedBy>Zaid Ali Syed, Om Vyas, Krushna Kadam</cp:lastModifiedBy>
  <cp:revision>1</cp:revision>
  <dcterms:created xsi:type="dcterms:W3CDTF">2026-10-06T14:32:26Z</dcterms:created>
  <dcterms:modified xsi:type="dcterms:W3CDTF">2026-10-06T14:32:26Z</dcterms:modified>
</cp:coreProperties>
</file>