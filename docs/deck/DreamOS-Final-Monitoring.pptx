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2F5F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F2F5FF"/>
                </a:solidFill>
                <a:latin typeface="Arial"/>
              </a:rPr>
              <a:t>Rebuilding the file-relationship map (seconds, lower is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Knowledge-graph rebuild (seconds)</c:v>
                </c:pt>
              </c:strCache>
            </c:strRef>
          </c:tx>
          <c:spPr>
            <a:solidFill>
              <a:srgbClr val="2DE2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2F5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500 files</c:v>
                  </c:pt>
                  <c:pt idx="1">
                    <c:v>2,000 files</c:v>
                  </c:pt>
                  <c:pt idx="2">
                    <c:v>5,000 files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1.7</c:v>
                </c:pt>
                <c:pt idx="1">
                  <c:v>24.8</c:v>
                </c:pt>
                <c:pt idx="2">
                  <c:v>143.3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2F5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EB8E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376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EB8E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</c:v>
                </c:pt>
              </c:strCache>
            </c:strRef>
          </c:tx>
          <c:spPr>
            <a:solidFill>
              <a:srgbClr val="FF6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2F5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Knowledge-graph rebuild at 2,000 files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246.1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rgbClr val="2DE2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2F5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Knowledge-graph rebuild at 2,000 files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24.8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2F5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EB8E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376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EB8E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AEB8E6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21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22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822960"/>
            <a:ext cx="822960" cy="8229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915400" y="548640"/>
            <a:ext cx="27432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1" descr="C:\Users\Asus\projects\DreamOS\docs\assets\mgm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685800"/>
            <a:ext cx="2377440" cy="135788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DreamOS</a:t>
            </a:r>
            <a:endParaRPr lang="en-US" sz="8800" dirty="0"/>
          </a:p>
        </p:txBody>
      </p:sp>
      <p:sp>
        <p:nvSpPr>
          <p:cNvPr id="6" name="Text 2"/>
          <p:cNvSpPr/>
          <p:nvPr/>
        </p:nvSpPr>
        <p:spPr>
          <a:xfrm>
            <a:off x="685800" y="3154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files by what they are about, not by what they are called</a:t>
            </a:r>
            <a:endParaRPr lang="en-US" sz="2400" dirty="0"/>
          </a:p>
        </p:txBody>
      </p:sp>
      <p:sp>
        <p:nvSpPr>
          <p:cNvPr id="7" name="Text 3"/>
          <p:cNvSpPr/>
          <p:nvPr/>
        </p:nvSpPr>
        <p:spPr>
          <a:xfrm>
            <a:off x="685800" y="3886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Year B.Tech Project  |  Final Monitoring, 13 October 2026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685800" y="53949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Zaid Ali Syed (2305139)   Om Vyas (2305170)   Krushna Kadam (2305165)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guidance of Dr. Minakshi R. Rajput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of Information and Communication Technology, MGM University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1 - 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computer has a folder like this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01168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745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final_final_v3.txt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846320" y="178308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201168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0" y="18745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Untitled document.txt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65176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743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CV2.txt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46320" y="288036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0" y="2743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scan0007.txt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352044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74904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6118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backup_of_backup.txt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846320" y="352044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374904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22" name="Text 20"/>
          <p:cNvSpPr/>
          <p:nvPr/>
        </p:nvSpPr>
        <p:spPr>
          <a:xfrm>
            <a:off x="5120640" y="36118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new_doc_2026_03_11.txt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40080" y="438912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1772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4480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notes.txt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846320" y="438912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46320" y="461772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28" name="Text 26"/>
          <p:cNvSpPr/>
          <p:nvPr/>
        </p:nvSpPr>
        <p:spPr>
          <a:xfrm>
            <a:off x="5120640" y="4480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important_dont_delete.txt</a:t>
            </a:r>
            <a:endParaRPr lang="en-US" sz="150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828800"/>
            <a:ext cx="640080" cy="64008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8778240" y="26060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is the resume I sent to the company?</a:t>
            </a:r>
            <a:endParaRPr lang="en-US" sz="1900" dirty="0"/>
          </a:p>
        </p:txBody>
      </p:sp>
      <p:sp>
        <p:nvSpPr>
          <p:cNvPr id="31" name="Text 28"/>
          <p:cNvSpPr/>
          <p:nvPr/>
        </p:nvSpPr>
        <p:spPr>
          <a:xfrm>
            <a:off x="640080" y="55321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EB8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Computers find files by name. People remember what a file is about.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1 - THE IDEA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if you could just ask?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94960" cy="4206240"/>
          </a:xfrm>
          <a:prstGeom prst="roundRect">
            <a:avLst>
              <a:gd name="adj" fmla="val 3261"/>
            </a:avLst>
          </a:prstGeom>
          <a:solidFill>
            <a:srgbClr val="151C3D"/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type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E2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“find my invoices”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31089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“open the second one”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7947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“what is related to my resume?”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14400" y="47548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finds, opens and groups the files for you - on your own computer.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2240" y="201168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 a librarian who has read every book in your house, and never tells anyone what is on your shelves.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92240" y="44805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cloud. No account. No uploads.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1 - OBJECTIVES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 things we set out to do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96596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116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Find by meaning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60120" y="26517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files by what they say, not what they are named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89120" y="1737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89120" y="196596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01168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 requests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4709160" y="26517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box that works out whether you want to find, open, relate or organise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8138160" y="1737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138160" y="196596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01168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5256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 safely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8458200" y="26517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and sort files, and undo every move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40080" y="397764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40080" y="420624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251960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54480" y="42976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Show connections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960120" y="4892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which files belong together, and why</a:t>
            </a:r>
            <a:endParaRPr lang="en-US" sz="1500" dirty="0"/>
          </a:p>
        </p:txBody>
      </p:sp>
      <p:sp>
        <p:nvSpPr>
          <p:cNvPr id="25" name="Shape 19"/>
          <p:cNvSpPr/>
          <p:nvPr/>
        </p:nvSpPr>
        <p:spPr>
          <a:xfrm>
            <a:off x="4389120" y="397764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389120" y="420624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4251960"/>
            <a:ext cx="457200" cy="45720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303520" y="42976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Remember the chat</a:t>
            </a:r>
            <a:endParaRPr lang="en-US" sz="1800" dirty="0"/>
          </a:p>
        </p:txBody>
      </p:sp>
      <p:sp>
        <p:nvSpPr>
          <p:cNvPr id="29" name="Text 22"/>
          <p:cNvSpPr/>
          <p:nvPr/>
        </p:nvSpPr>
        <p:spPr>
          <a:xfrm>
            <a:off x="4709160" y="4892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follow-up questions like “open it” work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138160" y="397764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8138160" y="420624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8200" y="4251960"/>
            <a:ext cx="457200" cy="45720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052560" y="42976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Keep data private</a:t>
            </a:r>
            <a:endParaRPr lang="en-US" sz="1800" dirty="0"/>
          </a:p>
        </p:txBody>
      </p:sp>
      <p:sp>
        <p:nvSpPr>
          <p:cNvPr id="34" name="Text 26"/>
          <p:cNvSpPr/>
          <p:nvPr/>
        </p:nvSpPr>
        <p:spPr>
          <a:xfrm>
            <a:off x="8458200" y="4892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send files or questions to a server, and prove it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2 - LITERATURE 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already exists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6675120" cy="1280160"/>
          </a:xfrm>
          <a:prstGeom prst="roundRect">
            <a:avLst>
              <a:gd name="adj" fmla="val 857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011680"/>
            <a:ext cx="54864" cy="82296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8745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Windows Search and Spotlight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words in a query against the words in a file. A query has to share vocabulary with the file.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6675120" cy="1280160"/>
          </a:xfrm>
          <a:prstGeom prst="roundRect">
            <a:avLst>
              <a:gd name="adj" fmla="val 857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3474720"/>
            <a:ext cx="54864" cy="822960"/>
          </a:xfrm>
          <a:prstGeom prst="rect">
            <a:avLst/>
          </a:prstGeom>
          <a:solidFill>
            <a:srgbClr val="6EC8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33756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5840" y="37490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fast, but only looks at file names.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709160"/>
            <a:ext cx="6675120" cy="1280160"/>
          </a:xfrm>
          <a:prstGeom prst="roundRect">
            <a:avLst>
              <a:gd name="adj" fmla="val 857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937760"/>
            <a:ext cx="54864" cy="82296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80060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LSFS (ICLR 2025 paper)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05840" y="52120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that searching files by meaning works at the operating-system level, but it is built for AI agents that call an API, not for a person typing.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680960" y="1828800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blocks come from research on word and sentence meaning: Mikolov et al. (word vectors) and Reimers and Gurevych (Sentence-BERT). Plain version: each sentence becomes a point on a map, and similar sentences land close together.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2 - RESEARCH GAPS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the existing work stops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822960" cy="822960"/>
          </a:xfrm>
          <a:prstGeom prst="ellipse">
            <a:avLst/>
          </a:prstGeom>
          <a:solidFill>
            <a:srgbClr val="FFB54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08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for machines, not people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28800" y="23317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Meaning-based search is shown as an API for software agents. Nobody offers one simple box for a person that finds and acts.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" y="3383280"/>
            <a:ext cx="822960" cy="822960"/>
          </a:xfrm>
          <a:prstGeom prst="ellipse">
            <a:avLst/>
          </a:prstGeom>
          <a:solidFill>
            <a:srgbClr val="FFB54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08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828800" y="32918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Privacy is promised, not shown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28800" y="37947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systems show, in a way you can check, that no data leaves the computer.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846320"/>
            <a:ext cx="822960" cy="822960"/>
          </a:xfrm>
          <a:prstGeom prst="ellipse">
            <a:avLst/>
          </a:prstGeom>
          <a:solidFill>
            <a:srgbClr val="FFB547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4846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08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828800" y="47548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limits are rarely reported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828800" y="52578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everyday queries and large folders are where meaning search breaks. We measure both and report what we find.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3 - 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DreamOS works, in four steps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057400"/>
            <a:ext cx="54864" cy="33832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Read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347472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file is cut into pieces. A local AI model turns each piece into a point on the meaning map.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18688" y="3566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3474720" y="182880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74720" y="2057400"/>
            <a:ext cx="54864" cy="33832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2103120"/>
            <a:ext cx="640080" cy="6400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74904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Index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3749040" y="347472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points and the file details are stored on your computer, in two local databases.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053328" y="3566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17" name="Shape 13"/>
          <p:cNvSpPr/>
          <p:nvPr/>
        </p:nvSpPr>
        <p:spPr>
          <a:xfrm>
            <a:off x="6309360" y="182880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09360" y="2057400"/>
            <a:ext cx="54864" cy="33832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2103120"/>
            <a:ext cx="640080" cy="6400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58368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Understand</a:t>
            </a:r>
            <a:endParaRPr lang="en-US" sz="2000" dirty="0"/>
          </a:p>
        </p:txBody>
      </p:sp>
      <p:sp>
        <p:nvSpPr>
          <p:cNvPr id="21" name="Text 16"/>
          <p:cNvSpPr/>
          <p:nvPr/>
        </p:nvSpPr>
        <p:spPr>
          <a:xfrm>
            <a:off x="6583680" y="347472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question is worked out: find, open, relate, organise, or suggest workspaces.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8887968" y="3566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Shape 18"/>
          <p:cNvSpPr/>
          <p:nvPr/>
        </p:nvSpPr>
        <p:spPr>
          <a:xfrm>
            <a:off x="9144000" y="182880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44000" y="2057400"/>
            <a:ext cx="54864" cy="33832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0" y="2103120"/>
            <a:ext cx="640080" cy="64008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41832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Answer</a:t>
            </a:r>
            <a:endParaRPr lang="en-US" sz="2000" dirty="0"/>
          </a:p>
        </p:txBody>
      </p:sp>
      <p:sp>
        <p:nvSpPr>
          <p:cNvPr id="27" name="Text 21"/>
          <p:cNvSpPr/>
          <p:nvPr/>
        </p:nvSpPr>
        <p:spPr>
          <a:xfrm>
            <a:off x="9418320" y="347472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get cards with the best files, the reason they matched, and buttons to act on them.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3 -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runs on one computer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1064240" cy="4572000"/>
          </a:xfrm>
          <a:prstGeom prst="roundRect">
            <a:avLst>
              <a:gd name="adj" fmla="val 3000"/>
            </a:avLst>
          </a:prstGeom>
          <a:solidFill>
            <a:srgbClr val="151C3D">
              <a:alpha val="85000"/>
            </a:srgbClr>
          </a:solidFill>
          <a:ln w="12700">
            <a:solidFill>
              <a:srgbClr val="2A3766"/>
            </a:solidFill>
            <a:prstDash val="solid"/>
          </a:ln>
        </p:spPr>
      </p:sp>
      <p:pic>
        <p:nvPicPr>
          <p:cNvPr id="6" name="Image 0" descr="C:\Users\Asus\projects\DreamOS\docs\diagrams\01_architect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276" y="1783080"/>
            <a:ext cx="8298968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3 - DIAGRAMS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a request flows through the system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1064240" cy="4572000"/>
          </a:xfrm>
          <a:prstGeom prst="roundRect">
            <a:avLst>
              <a:gd name="adj" fmla="val 3000"/>
            </a:avLst>
          </a:prstGeom>
          <a:solidFill>
            <a:srgbClr val="151C3D">
              <a:alpha val="85000"/>
            </a:srgbClr>
          </a:solidFill>
          <a:ln w="12700">
            <a:solidFill>
              <a:srgbClr val="2A3766"/>
            </a:solidFill>
            <a:prstDash val="solid"/>
          </a:ln>
        </p:spPr>
      </p:sp>
      <p:pic>
        <p:nvPicPr>
          <p:cNvPr id="6" name="Image 0" descr="C:\Users\Asus\projects\DreamOS\docs\diagrams\04_dfd_level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78406"/>
            <a:ext cx="10698480" cy="35070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3 - DIAGRAMS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follow-up question, step by step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7223760" cy="4663440"/>
          </a:xfrm>
          <a:prstGeom prst="roundRect">
            <a:avLst>
              <a:gd name="adj" fmla="val 2941"/>
            </a:avLst>
          </a:prstGeom>
          <a:solidFill>
            <a:srgbClr val="151C3D">
              <a:alpha val="85000"/>
            </a:srgbClr>
          </a:solidFill>
          <a:ln w="12700">
            <a:solidFill>
              <a:srgbClr val="2A3766"/>
            </a:solidFill>
            <a:prstDash val="solid"/>
          </a:ln>
        </p:spPr>
      </p:sp>
      <p:pic>
        <p:nvPicPr>
          <p:cNvPr id="6" name="Image 0" descr="C:\Users\Asus\projects\DreamOS\docs\diagrams\10_sequence_follow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182" y="1755648"/>
            <a:ext cx="6450676" cy="4434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0" y="1828800"/>
            <a:ext cx="3566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ask for invoices; the answer is remembered with the files it showed.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“open the second one” is worked out from that memory, not guessed.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opens the file, and the choice is saved for next time.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3 - DIAGRAMS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users can do, and how the data fits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120640" cy="4663440"/>
          </a:xfrm>
          <a:prstGeom prst="roundRect">
            <a:avLst>
              <a:gd name="adj" fmla="val 2353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74520"/>
            <a:ext cx="54864" cy="420624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7" name="Image 0" descr="C:\Users\Asus\projects\DreamOS\docs\diagrams\05_use_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97380"/>
            <a:ext cx="4754880" cy="41605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0" y="1645920"/>
            <a:ext cx="5669280" cy="4663440"/>
          </a:xfrm>
          <a:prstGeom prst="roundRect">
            <a:avLst>
              <a:gd name="adj" fmla="val 2353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943600" y="1874520"/>
            <a:ext cx="54864" cy="4206240"/>
          </a:xfrm>
          <a:prstGeom prst="rect">
            <a:avLst/>
          </a:prstGeom>
          <a:solidFill>
            <a:srgbClr val="FFB547"/>
          </a:solidFill>
          <a:ln/>
        </p:spPr>
      </p:sp>
      <p:pic>
        <p:nvPicPr>
          <p:cNvPr id="10" name="Image 1" descr="C:\Users\Asus\projects\DreamOS\docs\diagrams\08_er_diagr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154555"/>
            <a:ext cx="5303520" cy="364617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3 - MODULES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 modules, each with one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01168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9659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14400" y="2514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Understanding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14400" y="29260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out what you want from a plain sentence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89120" y="178308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0" y="2011680"/>
            <a:ext cx="54864" cy="155448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19659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63440" y="2514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Search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63440" y="29260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files close in meaning, and says when it is only a guess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38160" y="178308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38160" y="201168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19659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412480" y="2514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412480" y="29260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Suggests categories and tags, moves files, and can undo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4023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251960"/>
            <a:ext cx="54864" cy="155448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914400" y="4754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Connections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14400" y="51663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files that are similar, that name each other, or share tags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389120" y="4023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9120" y="425196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27" name="Text 25"/>
          <p:cNvSpPr/>
          <p:nvPr/>
        </p:nvSpPr>
        <p:spPr>
          <a:xfrm>
            <a:off x="466344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4663440" y="4754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Memory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663440" y="51663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the chat so follow-ups make sense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138160" y="4023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38160" y="4251960"/>
            <a:ext cx="54864" cy="155448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32" name="Text 30"/>
          <p:cNvSpPr/>
          <p:nvPr/>
        </p:nvSpPr>
        <p:spPr>
          <a:xfrm>
            <a:off x="841248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412480" y="4754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Workspaces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8412480" y="51663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Suggests groups of related files and opens them together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 1 - MEANING AS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Similar files sit close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5486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piece of text becomes a list of 768 numbers, a location on a very large map.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 about the same thing land near each other, even with no words in common.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a file = finding the nearest points to your question.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comparison: a library shelved by subject, not by the author's surname.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766560" y="1828800"/>
            <a:ext cx="4846320" cy="4023360"/>
          </a:xfrm>
          <a:prstGeom prst="roundRect">
            <a:avLst>
              <a:gd name="adj" fmla="val 2727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0" y="2057400"/>
            <a:ext cx="54864" cy="356616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0" y="20574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real example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132320" y="25603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“find something about a meeting”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132320" y="32918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returns the team notes, though the file names say nothing about meetings.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132320" y="4937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note: very short queries are harder, and we measure that on slides 23 and 24.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 2 - CONNECTIONS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map of how your files relate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7223760" cy="4663440"/>
          </a:xfrm>
          <a:prstGeom prst="roundRect">
            <a:avLst>
              <a:gd name="adj" fmla="val 2941"/>
            </a:avLst>
          </a:prstGeom>
          <a:solidFill>
            <a:srgbClr val="151C3D"/>
          </a:solidFill>
          <a:ln w="12700">
            <a:solidFill>
              <a:srgbClr val="2A3766"/>
            </a:solidFill>
            <a:prstDash val="solid"/>
          </a:ln>
        </p:spPr>
      </p:sp>
      <p:pic>
        <p:nvPicPr>
          <p:cNvPr id="6" name="Image 0" descr="C:\Users\Asus\projects\DreamOS\docs\screenshots\ui-knowledge-grap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483" y="1783080"/>
            <a:ext cx="5618074" cy="43891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0" y="1828800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kinds of link: similar content, one file names another, shared tags.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file keeps only its strongest links, so the picture stays readable.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file to see what it is connected to, and why.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 3 - MEMORY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Follow-up questions just work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0" y="1737360"/>
            <a:ext cx="5943600" cy="868680"/>
          </a:xfrm>
          <a:prstGeom prst="roundRect">
            <a:avLst>
              <a:gd name="adj" fmla="val 15789"/>
            </a:avLst>
          </a:prstGeom>
          <a:solidFill>
            <a:srgbClr val="1B3A48"/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0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0" y="206654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my invoices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31520" y="2788920"/>
            <a:ext cx="5943600" cy="868680"/>
          </a:xfrm>
          <a:prstGeom prst="roundRect">
            <a:avLst>
              <a:gd name="adj" fmla="val 15789"/>
            </a:avLst>
          </a:prstGeom>
          <a:solidFill>
            <a:srgbClr val="151C3D"/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862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11810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2 file(s) matching ‘invoices’.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0" y="3840480"/>
            <a:ext cx="5943600" cy="868680"/>
          </a:xfrm>
          <a:prstGeom prst="roundRect">
            <a:avLst>
              <a:gd name="adj" fmla="val 15789"/>
            </a:avLst>
          </a:prstGeom>
          <a:solidFill>
            <a:srgbClr val="1B3A48"/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0" y="39136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0" y="416966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second one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31520" y="4892040"/>
            <a:ext cx="5943600" cy="868680"/>
          </a:xfrm>
          <a:prstGeom prst="roundRect">
            <a:avLst>
              <a:gd name="adj" fmla="val 15789"/>
            </a:avLst>
          </a:prstGeom>
          <a:solidFill>
            <a:srgbClr val="151C3D"/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9651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522122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recieved_payment.txt...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31520" y="58064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hard: a computer has to know that “the second one” refers to the list it showed a moment ago. We decide that with rules first, and use the AI model only as a last resort.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 4 - PRIVACY YOU CAN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Nothing leaves this computer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16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1005840" cy="1005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011680" y="187452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app tells you where it sends requests. Right now the answer is: only to this computer.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31520" y="3200400"/>
            <a:ext cx="5303520" cy="2651760"/>
          </a:xfrm>
          <a:prstGeom prst="roundRect">
            <a:avLst>
              <a:gd name="adj" fmla="val 4138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3429000"/>
            <a:ext cx="54864" cy="219456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9" name="Text 6"/>
          <p:cNvSpPr/>
          <p:nvPr/>
        </p:nvSpPr>
        <p:spPr>
          <a:xfrm>
            <a:off x="100584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E2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Inside the app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005840" y="384048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tab lists every service DreamOS talks to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marks each one as “this computer only” or “another computer”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someone points it at a remote model, the warning turns red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309360" y="3200400"/>
            <a:ext cx="5303520" cy="2651760"/>
          </a:xfrm>
          <a:prstGeom prst="roundRect">
            <a:avLst>
              <a:gd name="adj" fmla="val 4138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09360" y="3429000"/>
            <a:ext cx="54864" cy="219456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13" name="Text 10"/>
          <p:cNvSpPr/>
          <p:nvPr/>
        </p:nvSpPr>
        <p:spPr>
          <a:xfrm>
            <a:off x="658368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Checking it yourself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583680" y="384048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netstat -ano  in a terminal. The DreamOS service listens on 127.0.0.1 only, which means it cannot be reached from another computer.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3 - TECHNOLOGY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is built with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881360" cy="768096"/>
          </a:xfrm>
          <a:prstGeom prst="roundRect">
            <a:avLst>
              <a:gd name="adj" fmla="val 14286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965960"/>
            <a:ext cx="54864" cy="310896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92808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184708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Desktop app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4389120" y="184708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TypeScript, Tauri (a small native window)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0080" y="2633472"/>
            <a:ext cx="10881360" cy="768096"/>
          </a:xfrm>
          <a:prstGeom prst="roundRect">
            <a:avLst>
              <a:gd name="adj" fmla="val 14286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" y="2862072"/>
            <a:ext cx="54864" cy="310896"/>
          </a:xfrm>
          <a:prstGeom prst="rect">
            <a:avLst/>
          </a:prstGeom>
          <a:solidFill>
            <a:srgbClr val="9B8C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78892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45920" y="2743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389120" y="27432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with FastAPI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640080" y="3529584"/>
            <a:ext cx="10881360" cy="768096"/>
          </a:xfrm>
          <a:prstGeom prst="roundRect">
            <a:avLst>
              <a:gd name="adj" fmla="val 14286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40080" y="3758184"/>
            <a:ext cx="54864" cy="310896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685032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45920" y="363931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models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4389120" y="3639312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running nomic-embed-text (meaning) and llama3.2 (understanding)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40080" y="4425696"/>
            <a:ext cx="10881360" cy="768096"/>
          </a:xfrm>
          <a:prstGeom prst="roundRect">
            <a:avLst>
              <a:gd name="adj" fmla="val 14286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40080" y="4654296"/>
            <a:ext cx="54864" cy="310896"/>
          </a:xfrm>
          <a:prstGeom prst="rect">
            <a:avLst/>
          </a:prstGeom>
          <a:solidFill>
            <a:srgbClr val="9B8C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581144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645920" y="453542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Storage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4389120" y="453542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for details and history; ChromaDB for meaning vectors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640080" y="5321808"/>
            <a:ext cx="10881360" cy="768096"/>
          </a:xfrm>
          <a:prstGeom prst="roundRect">
            <a:avLst>
              <a:gd name="adj" fmla="val 14286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40080" y="5550408"/>
            <a:ext cx="54864" cy="310896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477256"/>
            <a:ext cx="457200" cy="45720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645920" y="54315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900" dirty="0"/>
          </a:p>
        </p:txBody>
      </p:sp>
      <p:sp>
        <p:nvSpPr>
          <p:cNvPr id="29" name="Text 22"/>
          <p:cNvSpPr/>
          <p:nvPr/>
        </p:nvSpPr>
        <p:spPr>
          <a:xfrm>
            <a:off x="4389120" y="5431536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with 116 automated tests; GitHub Actions on every push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3 - THE APP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user sees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394960" cy="3840480"/>
          </a:xfrm>
          <a:prstGeom prst="roundRect">
            <a:avLst>
              <a:gd name="adj" fmla="val 2857"/>
            </a:avLst>
          </a:prstGeom>
          <a:solidFill>
            <a:srgbClr val="151C3D"/>
          </a:solidFill>
          <a:ln w="12700">
            <a:solidFill>
              <a:srgbClr val="2A3766"/>
            </a:solidFill>
            <a:prstDash val="solid"/>
          </a:ln>
        </p:spPr>
      </p:sp>
      <p:pic>
        <p:nvPicPr>
          <p:cNvPr id="6" name="Image 0" descr="C:\Users\Asus\projects\DreamOS\docs\screenshots\ui-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1783080"/>
            <a:ext cx="4681728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Chat: ask in plain words; cards show why each file matched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309360" y="1691640"/>
            <a:ext cx="5394960" cy="3840480"/>
          </a:xfrm>
          <a:prstGeom prst="roundRect">
            <a:avLst>
              <a:gd name="adj" fmla="val 2857"/>
            </a:avLst>
          </a:prstGeom>
          <a:solidFill>
            <a:srgbClr val="151C3D"/>
          </a:solidFill>
          <a:ln w="12700">
            <a:solidFill>
              <a:srgbClr val="2A3766"/>
            </a:solidFill>
            <a:prstDash val="solid"/>
          </a:ln>
        </p:spPr>
      </p:sp>
      <p:pic>
        <p:nvPicPr>
          <p:cNvPr id="9" name="Image 1" descr="C:\Users\Asus\projects\DreamOS\docs\screenshots\ui-workspa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5976" y="1783080"/>
            <a:ext cx="4681728" cy="3657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09360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Workspaces: suggested groups, one click to create and open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4 - TESTING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we checked it works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97280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965960"/>
            <a:ext cx="54864" cy="77724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874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Small checks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114800" y="18745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at a time: does the ranking, the memory rule and the reversal work?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0" y="18745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 automated tests, run offline in under a minute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200400"/>
            <a:ext cx="1097280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3429000"/>
            <a:ext cx="54864" cy="77724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337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Joined-up checks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114800" y="33375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Pieces together: index a folder, search it, organise it, undo it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686800" y="33375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against the real AI models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663440"/>
            <a:ext cx="1097280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4892040"/>
            <a:ext cx="54864" cy="777240"/>
          </a:xfrm>
          <a:prstGeom prst="rect">
            <a:avLst/>
          </a:prstGeom>
          <a:solidFill>
            <a:srgbClr val="FF6B8B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4800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app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0" y="48006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desktop window itself, driven like a user would drive it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0" y="48006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Opened and checked inside the running app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4 - LARGE-SCALE TESTING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Could it cope with a real-sized folder?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64008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generated fake but realistic folders: 500, 2,000 and 5,000 files.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topics: invoices, recipes, research notes, code, and more.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of the files also carry a sentence from another topic, to make it harder.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AI models did the work, on an ordinary laptop with no graphics card.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the next slides comes from one script, which anyone can rerun.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680960" y="1828800"/>
            <a:ext cx="3931920" cy="4023360"/>
          </a:xfrm>
          <a:prstGeom prst="roundRect">
            <a:avLst>
              <a:gd name="adj" fmla="val 279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0" y="2057400"/>
            <a:ext cx="54864" cy="356616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0" y="2057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question we asked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0" y="2560320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 my folder has five thousand files, will I wait minutes for an answer?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4 -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 the map of 5,000 files takes two minutes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21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737360"/>
          <a:ext cx="603504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3"/>
          <p:cNvSpPr/>
          <p:nvPr/>
        </p:nvSpPr>
        <p:spPr>
          <a:xfrm>
            <a:off x="7040880" y="1737360"/>
            <a:ext cx="4572000" cy="4389120"/>
          </a:xfrm>
          <a:prstGeom prst="roundRect">
            <a:avLst>
              <a:gd name="adj" fmla="val 25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040880" y="1965960"/>
            <a:ext cx="54864" cy="393192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8" name="Text 5"/>
          <p:cNvSpPr/>
          <p:nvPr/>
        </p:nvSpPr>
        <p:spPr>
          <a:xfrm>
            <a:off x="7406640" y="20116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DE2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446.5 s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7406640" y="28346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index 5,000 files (about 11 files every second)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406640" y="36576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50.7 ms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7406640" y="44805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search time at 500 files; 203.5 ms at 5,000 files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4 -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 and after fixing what the tests exposed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22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737360"/>
          <a:ext cx="548640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3"/>
          <p:cNvSpPr/>
          <p:nvPr/>
        </p:nvSpPr>
        <p:spPr>
          <a:xfrm>
            <a:off x="6492240" y="1783080"/>
            <a:ext cx="5120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embedding call waited about one second. The cause: the name "localhost" was tried over IPv6 first. Fix: use 127.0.0.1. Measured: about 1 s down to about 15 ms per call.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map grew with the square of the file count. Fix: vectorise it with NumPy, and test that the answers are unchanged.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follow-up about a new topic was answered with an old result. Fix: direct evidence now wins over the AI's guess, with a test that fails on the old behaviour.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4 -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 the answer the right one?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2DE2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1.00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top 5 answers are on the right topic, on the 5,000-file set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120640" y="1828800"/>
            <a:ext cx="6492240" cy="4023360"/>
          </a:xfrm>
          <a:prstGeom prst="roundRect">
            <a:avLst>
              <a:gd name="adj" fmla="val 2727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0" y="2057400"/>
            <a:ext cx="54864" cy="356616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9" name="Text 7"/>
          <p:cNvSpPr/>
          <p:nvPr/>
        </p:nvSpPr>
        <p:spPr>
          <a:xfrm>
            <a:off x="5440680" y="20116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this does and does not show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40680" y="2560320"/>
            <a:ext cx="5943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shows that the topics separate cleanly in meaning at this size.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show quality on your real documents. Those are not in the test, on purpose.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files were generated, so they are easier than real ones. We say so in the report.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harder test on real documents is the next step.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5 - HONEST LIMITS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DreamOS is weaker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24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7373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One-word questions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463040" y="21488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“meeting notes” can rank a file that only mentions a meeting above the real notes. We show such results as guesses, and never open a guess.</a:t>
            </a:r>
            <a:endParaRPr lang="en-US" sz="15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1752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28803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Borderline wording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1463040" y="32918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3-billion-parameter model sometimes misreads the intent of a sentence. Measured on new phrasings: 88% correct.</a:t>
            </a:r>
            <a:endParaRPr lang="en-US" sz="15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16052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63040" y="40233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Very large folders</a:t>
            </a:r>
            <a:endParaRPr lang="en-US" sz="2000" dirty="0"/>
          </a:p>
        </p:txBody>
      </p:sp>
      <p:sp>
        <p:nvSpPr>
          <p:cNvPr id="13" name="Text 8"/>
          <p:cNvSpPr/>
          <p:nvPr/>
        </p:nvSpPr>
        <p:spPr>
          <a:xfrm>
            <a:off x="1463040" y="44348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steps still grow with the square of the file count. Fine for thousands of files; tens of thousands would need a better method.</a:t>
            </a:r>
            <a:endParaRPr lang="en-US" sz="15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30352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463040" y="51663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computer, Windows only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1463040" y="55778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designed for several users, phones, or syncing between machines.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5 - CONCLUSION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delivered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5669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working modules, tested end to end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check you can run yourself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at 5,000 files, with the weak spots reported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real defects found and fixed during testing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858000" y="1828800"/>
            <a:ext cx="4754880" cy="3840480"/>
          </a:xfrm>
          <a:prstGeom prst="roundRect">
            <a:avLst>
              <a:gd name="adj" fmla="val 2857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0" y="2057400"/>
            <a:ext cx="54864" cy="338328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0" y="20574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E2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scope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223760" y="2606040"/>
            <a:ext cx="4114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real documents, with consent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method for very large folders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Scanned documents and images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 that includes the AI models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Plain-English glossary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0352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965960"/>
            <a:ext cx="54864" cy="77724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47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Embedding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2402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 of numbers that stands for the meaning of a piece of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30352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965960"/>
            <a:ext cx="54864" cy="77724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847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Vector database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92240" y="22402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 that finds the nearest meaning-points quickly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200400"/>
            <a:ext cx="530352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429000"/>
            <a:ext cx="54864" cy="77724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3101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Knowledge graph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14400" y="37033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map of which files are linked, and why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17920" y="3200400"/>
            <a:ext cx="530352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0" y="3429000"/>
            <a:ext cx="54864" cy="77724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33101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 model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92240" y="37033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model that runs on this computer, with no internet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663440"/>
            <a:ext cx="530352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92040"/>
            <a:ext cx="54864" cy="77724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47731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Cosine similarity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14400" y="516636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close two meaning-points are, from 0 (unrelated) to 1 (the same)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217920" y="4663440"/>
            <a:ext cx="530352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4892040"/>
            <a:ext cx="54864" cy="77724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47731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Average linkage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492240" y="516636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way to group files that avoids joining two groups by one weak link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73736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9260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4" name="Text 1"/>
          <p:cNvSpPr/>
          <p:nvPr/>
        </p:nvSpPr>
        <p:spPr>
          <a:xfrm>
            <a:off x="640080" y="4023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live demo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github.com/zaidwhy/dreamos-college-project  (private, available to examiners)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DreamOS - Final Project Monitoring</dc:title>
  <dc:subject>PptxGenJS Presentation</dc:subject>
  <dc:creator>Zaid Ali Syed, Om Vyas, Krushna Kadam</dc:creator>
  <cp:lastModifiedBy>Zaid Ali Syed, Om Vyas, Krushna Kadam</cp:lastModifiedBy>
  <cp:revision>1</cp:revision>
  <dcterms:created xsi:type="dcterms:W3CDTF">2026-10-10T04:24:00Z</dcterms:created>
  <dcterms:modified xsi:type="dcterms:W3CDTF">2026-10-10T04:24:00Z</dcterms:modified>
</cp:coreProperties>
</file>